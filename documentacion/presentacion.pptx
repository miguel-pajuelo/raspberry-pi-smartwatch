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8" r:id="rId11"/>
  </p:sldIdLst>
  <p:sldSz cx="18288000" cy="10287000"/>
  <p:notesSz cx="6858000" cy="9144000"/>
  <p:embeddedFontLst>
    <p:embeddedFont>
      <p:font typeface="TT Interphases" panose="020B0604020202020204" charset="0"/>
      <p:regular r:id="rId13"/>
    </p:embeddedFont>
    <p:embeddedFont>
      <p:font typeface="TT Ramilla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E6AB1F-3E65-44E8-B7BA-2CB5AE9929F7}" v="49" dt="2026-04-21T09:09:31.550"/>
    <p1510:client id="{9F7AFAB8-6691-4B72-B2ED-22E9E636DF95}" v="415" dt="2026-04-21T08:33:34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Ois De Pascual" userId="6da2bd29-5e1f-4d92-82f9-0037f5b02e6a" providerId="ADAL" clId="{747DB161-7A62-45E5-B174-941D29ABE6C3}"/>
    <pc:docChg chg="undo custSel modSld">
      <pc:chgData name="Jorge Ois De Pascual" userId="6da2bd29-5e1f-4d92-82f9-0037f5b02e6a" providerId="ADAL" clId="{747DB161-7A62-45E5-B174-941D29ABE6C3}" dt="2026-04-21T09:09:31.550" v="48" actId="20577"/>
      <pc:docMkLst>
        <pc:docMk/>
      </pc:docMkLst>
      <pc:sldChg chg="modTransition">
        <pc:chgData name="Jorge Ois De Pascual" userId="6da2bd29-5e1f-4d92-82f9-0037f5b02e6a" providerId="ADAL" clId="{747DB161-7A62-45E5-B174-941D29ABE6C3}" dt="2026-04-21T08:40:40.091" v="19"/>
        <pc:sldMkLst>
          <pc:docMk/>
          <pc:sldMk cId="0" sldId="256"/>
        </pc:sldMkLst>
      </pc:sldChg>
      <pc:sldChg chg="modTransition">
        <pc:chgData name="Jorge Ois De Pascual" userId="6da2bd29-5e1f-4d92-82f9-0037f5b02e6a" providerId="ADAL" clId="{747DB161-7A62-45E5-B174-941D29ABE6C3}" dt="2026-04-21T08:40:40.091" v="19"/>
        <pc:sldMkLst>
          <pc:docMk/>
          <pc:sldMk cId="0" sldId="257"/>
        </pc:sldMkLst>
      </pc:sldChg>
      <pc:sldChg chg="modTransition">
        <pc:chgData name="Jorge Ois De Pascual" userId="6da2bd29-5e1f-4d92-82f9-0037f5b02e6a" providerId="ADAL" clId="{747DB161-7A62-45E5-B174-941D29ABE6C3}" dt="2026-04-21T08:40:40.091" v="19"/>
        <pc:sldMkLst>
          <pc:docMk/>
          <pc:sldMk cId="0" sldId="258"/>
        </pc:sldMkLst>
      </pc:sldChg>
      <pc:sldChg chg="addSp delSp modSp mod modTransition">
        <pc:chgData name="Jorge Ois De Pascual" userId="6da2bd29-5e1f-4d92-82f9-0037f5b02e6a" providerId="ADAL" clId="{747DB161-7A62-45E5-B174-941D29ABE6C3}" dt="2026-04-21T09:09:31.550" v="48" actId="20577"/>
        <pc:sldMkLst>
          <pc:docMk/>
          <pc:sldMk cId="0" sldId="260"/>
        </pc:sldMkLst>
        <pc:spChg chg="mod">
          <ac:chgData name="Jorge Ois De Pascual" userId="6da2bd29-5e1f-4d92-82f9-0037f5b02e6a" providerId="ADAL" clId="{747DB161-7A62-45E5-B174-941D29ABE6C3}" dt="2026-04-21T09:09:31.550" v="48" actId="20577"/>
          <ac:spMkLst>
            <pc:docMk/>
            <pc:sldMk cId="0" sldId="260"/>
            <ac:spMk id="15" creationId="{5A86186E-9BF3-71D5-401D-80FC0E51A2E8}"/>
          </ac:spMkLst>
        </pc:spChg>
        <pc:spChg chg="add del">
          <ac:chgData name="Jorge Ois De Pascual" userId="6da2bd29-5e1f-4d92-82f9-0037f5b02e6a" providerId="ADAL" clId="{747DB161-7A62-45E5-B174-941D29ABE6C3}" dt="2026-04-21T06:58:00.133" v="1" actId="22"/>
          <ac:spMkLst>
            <pc:docMk/>
            <pc:sldMk cId="0" sldId="260"/>
            <ac:spMk id="16" creationId="{204549BC-4C2B-2F3B-B5EA-5A8018478A29}"/>
          </ac:spMkLst>
        </pc:spChg>
        <pc:picChg chg="add mod">
          <ac:chgData name="Jorge Ois De Pascual" userId="6da2bd29-5e1f-4d92-82f9-0037f5b02e6a" providerId="ADAL" clId="{747DB161-7A62-45E5-B174-941D29ABE6C3}" dt="2026-04-21T07:00:21.063" v="13" actId="1076"/>
          <ac:picMkLst>
            <pc:docMk/>
            <pc:sldMk cId="0" sldId="260"/>
            <ac:picMk id="1026" creationId="{A965B66F-00BC-3411-8380-8F2BC0D7ACBB}"/>
          </ac:picMkLst>
        </pc:picChg>
        <pc:picChg chg="add mod">
          <ac:chgData name="Jorge Ois De Pascual" userId="6da2bd29-5e1f-4d92-82f9-0037f5b02e6a" providerId="ADAL" clId="{747DB161-7A62-45E5-B174-941D29ABE6C3}" dt="2026-04-21T07:00:17.701" v="12" actId="1076"/>
          <ac:picMkLst>
            <pc:docMk/>
            <pc:sldMk cId="0" sldId="260"/>
            <ac:picMk id="1028" creationId="{76D76DC8-9808-2F0E-1699-D67223C01A72}"/>
          </ac:picMkLst>
        </pc:picChg>
        <pc:picChg chg="add mod">
          <ac:chgData name="Jorge Ois De Pascual" userId="6da2bd29-5e1f-4d92-82f9-0037f5b02e6a" providerId="ADAL" clId="{747DB161-7A62-45E5-B174-941D29ABE6C3}" dt="2026-04-21T07:00:22.914" v="14" actId="1076"/>
          <ac:picMkLst>
            <pc:docMk/>
            <pc:sldMk cId="0" sldId="260"/>
            <ac:picMk id="1030" creationId="{226A5666-71EF-1161-10FF-3DC4B45A4E12}"/>
          </ac:picMkLst>
        </pc:picChg>
        <pc:picChg chg="add mod">
          <ac:chgData name="Jorge Ois De Pascual" userId="6da2bd29-5e1f-4d92-82f9-0037f5b02e6a" providerId="ADAL" clId="{747DB161-7A62-45E5-B174-941D29ABE6C3}" dt="2026-04-21T07:00:26.682" v="15" actId="1076"/>
          <ac:picMkLst>
            <pc:docMk/>
            <pc:sldMk cId="0" sldId="260"/>
            <ac:picMk id="1032" creationId="{A08C52FE-118E-3DBE-000B-5604B664D741}"/>
          </ac:picMkLst>
        </pc:picChg>
      </pc:sldChg>
      <pc:sldChg chg="modTransition">
        <pc:chgData name="Jorge Ois De Pascual" userId="6da2bd29-5e1f-4d92-82f9-0037f5b02e6a" providerId="ADAL" clId="{747DB161-7A62-45E5-B174-941D29ABE6C3}" dt="2026-04-21T08:40:40.091" v="19"/>
        <pc:sldMkLst>
          <pc:docMk/>
          <pc:sldMk cId="0" sldId="261"/>
        </pc:sldMkLst>
      </pc:sldChg>
      <pc:sldChg chg="modTransition">
        <pc:chgData name="Jorge Ois De Pascual" userId="6da2bd29-5e1f-4d92-82f9-0037f5b02e6a" providerId="ADAL" clId="{747DB161-7A62-45E5-B174-941D29ABE6C3}" dt="2026-04-21T08:40:40.091" v="19"/>
        <pc:sldMkLst>
          <pc:docMk/>
          <pc:sldMk cId="0" sldId="262"/>
        </pc:sldMkLst>
      </pc:sldChg>
      <pc:sldChg chg="modTransition">
        <pc:chgData name="Jorge Ois De Pascual" userId="6da2bd29-5e1f-4d92-82f9-0037f5b02e6a" providerId="ADAL" clId="{747DB161-7A62-45E5-B174-941D29ABE6C3}" dt="2026-04-21T08:40:40.091" v="19"/>
        <pc:sldMkLst>
          <pc:docMk/>
          <pc:sldMk cId="0" sldId="263"/>
        </pc:sldMkLst>
      </pc:sldChg>
      <pc:sldChg chg="modTransition">
        <pc:chgData name="Jorge Ois De Pascual" userId="6da2bd29-5e1f-4d92-82f9-0037f5b02e6a" providerId="ADAL" clId="{747DB161-7A62-45E5-B174-941D29ABE6C3}" dt="2026-04-21T08:40:40.091" v="19"/>
        <pc:sldMkLst>
          <pc:docMk/>
          <pc:sldMk cId="0" sldId="264"/>
        </pc:sldMkLst>
      </pc:sldChg>
      <pc:sldChg chg="addSp modSp mod modTransition">
        <pc:chgData name="Jorge Ois De Pascual" userId="6da2bd29-5e1f-4d92-82f9-0037f5b02e6a" providerId="ADAL" clId="{747DB161-7A62-45E5-B174-941D29ABE6C3}" dt="2026-04-21T08:41:29.960" v="23" actId="14100"/>
        <pc:sldMkLst>
          <pc:docMk/>
          <pc:sldMk cId="0" sldId="266"/>
        </pc:sldMkLst>
        <pc:picChg chg="add mod">
          <ac:chgData name="Jorge Ois De Pascual" userId="6da2bd29-5e1f-4d92-82f9-0037f5b02e6a" providerId="ADAL" clId="{747DB161-7A62-45E5-B174-941D29ABE6C3}" dt="2026-04-21T08:41:29.960" v="23" actId="14100"/>
          <ac:picMkLst>
            <pc:docMk/>
            <pc:sldMk cId="0" sldId="266"/>
            <ac:picMk id="10" creationId="{8A4372A0-9620-E7BA-6218-13EC0D2B4E70}"/>
          </ac:picMkLst>
        </pc:picChg>
      </pc:sldChg>
      <pc:sldChg chg="modSp mod modTransition">
        <pc:chgData name="Jorge Ois De Pascual" userId="6da2bd29-5e1f-4d92-82f9-0037f5b02e6a" providerId="ADAL" clId="{747DB161-7A62-45E5-B174-941D29ABE6C3}" dt="2026-04-21T08:40:40.091" v="19"/>
        <pc:sldMkLst>
          <pc:docMk/>
          <pc:sldMk cId="0" sldId="268"/>
        </pc:sldMkLst>
        <pc:spChg chg="mod">
          <ac:chgData name="Jorge Ois De Pascual" userId="6da2bd29-5e1f-4d92-82f9-0037f5b02e6a" providerId="ADAL" clId="{747DB161-7A62-45E5-B174-941D29ABE6C3}" dt="2026-04-21T08:40:11.713" v="18" actId="1076"/>
          <ac:spMkLst>
            <pc:docMk/>
            <pc:sldMk cId="0" sldId="268"/>
            <ac:spMk id="2" creationId="{00000000-0000-0000-0000-000000000000}"/>
          </ac:spMkLst>
        </pc:spChg>
      </pc:sldChg>
    </pc:docChg>
  </pc:docChgLst>
  <pc:docChgLst>
    <pc:chgData name="Miguel Pajuelo Gómez" userId="514b7b1f-f952-4ef2-8629-016b4d70c20f" providerId="ADAL" clId="{C06DABD1-0048-4498-A8A5-26755509F49C}"/>
    <pc:docChg chg="undo custSel delSld modSld">
      <pc:chgData name="Miguel Pajuelo Gómez" userId="514b7b1f-f952-4ef2-8629-016b4d70c20f" providerId="ADAL" clId="{C06DABD1-0048-4498-A8A5-26755509F49C}" dt="2026-04-21T08:33:34.539" v="481" actId="1076"/>
      <pc:docMkLst>
        <pc:docMk/>
      </pc:docMkLst>
      <pc:sldChg chg="addSp delSp modSp mod setBg">
        <pc:chgData name="Miguel Pajuelo Gómez" userId="514b7b1f-f952-4ef2-8629-016b4d70c20f" providerId="ADAL" clId="{C06DABD1-0048-4498-A8A5-26755509F49C}" dt="2026-04-21T07:09:18.215" v="204" actId="26606"/>
        <pc:sldMkLst>
          <pc:docMk/>
          <pc:sldMk cId="0" sldId="256"/>
        </pc:sldMkLst>
        <pc:spChg chg="del">
          <ac:chgData name="Miguel Pajuelo Gómez" userId="514b7b1f-f952-4ef2-8629-016b4d70c20f" providerId="ADAL" clId="{C06DABD1-0048-4498-A8A5-26755509F49C}" dt="2026-04-21T07:09:08.771" v="197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Miguel Pajuelo Gómez" userId="514b7b1f-f952-4ef2-8629-016b4d70c20f" providerId="ADAL" clId="{C06DABD1-0048-4498-A8A5-26755509F49C}" dt="2026-04-21T07:09:03.638" v="196" actId="47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iguel Pajuelo Gómez" userId="514b7b1f-f952-4ef2-8629-016b4d70c20f" providerId="ADAL" clId="{C06DABD1-0048-4498-A8A5-26755509F49C}" dt="2026-04-21T07:08:31.655" v="190" actId="1076"/>
          <ac:spMkLst>
            <pc:docMk/>
            <pc:sldMk cId="0" sldId="256"/>
            <ac:spMk id="12" creationId="{00000000-0000-0000-0000-000000000000}"/>
          </ac:spMkLst>
        </pc:spChg>
        <pc:spChg chg="add del">
          <ac:chgData name="Miguel Pajuelo Gómez" userId="514b7b1f-f952-4ef2-8629-016b4d70c20f" providerId="ADAL" clId="{C06DABD1-0048-4498-A8A5-26755509F49C}" dt="2026-04-21T07:09:15.082" v="199" actId="26606"/>
          <ac:spMkLst>
            <pc:docMk/>
            <pc:sldMk cId="0" sldId="256"/>
            <ac:spMk id="21" creationId="{5D1D4658-32CD-4903-BDA6-7B54EEA4ED6F}"/>
          </ac:spMkLst>
        </pc:spChg>
        <pc:spChg chg="add del">
          <ac:chgData name="Miguel Pajuelo Gómez" userId="514b7b1f-f952-4ef2-8629-016b4d70c20f" providerId="ADAL" clId="{C06DABD1-0048-4498-A8A5-26755509F49C}" dt="2026-04-21T07:09:15.082" v="199" actId="26606"/>
          <ac:spMkLst>
            <pc:docMk/>
            <pc:sldMk cId="0" sldId="256"/>
            <ac:spMk id="23" creationId="{7A29A97C-0C3C-4F06-9CA4-68DFD1CE4039}"/>
          </ac:spMkLst>
        </pc:spChg>
        <pc:spChg chg="add del">
          <ac:chgData name="Miguel Pajuelo Gómez" userId="514b7b1f-f952-4ef2-8629-016b4d70c20f" providerId="ADAL" clId="{C06DABD1-0048-4498-A8A5-26755509F49C}" dt="2026-04-21T07:09:15.082" v="199" actId="26606"/>
          <ac:spMkLst>
            <pc:docMk/>
            <pc:sldMk cId="0" sldId="256"/>
            <ac:spMk id="25" creationId="{801292C1-8B12-4AF2-9B59-8851A132E5E2}"/>
          </ac:spMkLst>
        </pc:spChg>
        <pc:spChg chg="add del">
          <ac:chgData name="Miguel Pajuelo Gómez" userId="514b7b1f-f952-4ef2-8629-016b4d70c20f" providerId="ADAL" clId="{C06DABD1-0048-4498-A8A5-26755509F49C}" dt="2026-04-21T07:09:18.209" v="203" actId="26606"/>
          <ac:spMkLst>
            <pc:docMk/>
            <pc:sldMk cId="0" sldId="256"/>
            <ac:spMk id="29" creationId="{69D184B2-2226-4E31-BCCB-444330767440}"/>
          </ac:spMkLst>
        </pc:spChg>
        <pc:spChg chg="add del">
          <ac:chgData name="Miguel Pajuelo Gómez" userId="514b7b1f-f952-4ef2-8629-016b4d70c20f" providerId="ADAL" clId="{C06DABD1-0048-4498-A8A5-26755509F49C}" dt="2026-04-21T07:09:18.209" v="203" actId="26606"/>
          <ac:spMkLst>
            <pc:docMk/>
            <pc:sldMk cId="0" sldId="256"/>
            <ac:spMk id="30" creationId="{1AC4D4E3-486A-464A-8EC8-D44881097267}"/>
          </ac:spMkLst>
        </pc:spChg>
        <pc:spChg chg="add del">
          <ac:chgData name="Miguel Pajuelo Gómez" userId="514b7b1f-f952-4ef2-8629-016b4d70c20f" providerId="ADAL" clId="{C06DABD1-0048-4498-A8A5-26755509F49C}" dt="2026-04-21T07:09:18.209" v="203" actId="26606"/>
          <ac:spMkLst>
            <pc:docMk/>
            <pc:sldMk cId="0" sldId="256"/>
            <ac:spMk id="31" creationId="{864DE13E-58EB-4475-B79C-0D4FC651239B}"/>
          </ac:spMkLst>
        </pc:spChg>
        <pc:spChg chg="add">
          <ac:chgData name="Miguel Pajuelo Gómez" userId="514b7b1f-f952-4ef2-8629-016b4d70c20f" providerId="ADAL" clId="{C06DABD1-0048-4498-A8A5-26755509F49C}" dt="2026-04-21T07:09:18.215" v="204" actId="26606"/>
          <ac:spMkLst>
            <pc:docMk/>
            <pc:sldMk cId="0" sldId="256"/>
            <ac:spMk id="34" creationId="{2F19B711-C590-44D1-9AA8-9F143B0ED58A}"/>
          </ac:spMkLst>
        </pc:spChg>
        <pc:spChg chg="add">
          <ac:chgData name="Miguel Pajuelo Gómez" userId="514b7b1f-f952-4ef2-8629-016b4d70c20f" providerId="ADAL" clId="{C06DABD1-0048-4498-A8A5-26755509F49C}" dt="2026-04-21T07:09:18.215" v="204" actId="26606"/>
          <ac:spMkLst>
            <pc:docMk/>
            <pc:sldMk cId="0" sldId="256"/>
            <ac:spMk id="35" creationId="{C0C79CF2-6A1C-4636-84CE-ABB2BE191D23}"/>
          </ac:spMkLst>
        </pc:spChg>
        <pc:spChg chg="add">
          <ac:chgData name="Miguel Pajuelo Gómez" userId="514b7b1f-f952-4ef2-8629-016b4d70c20f" providerId="ADAL" clId="{C06DABD1-0048-4498-A8A5-26755509F49C}" dt="2026-04-21T07:09:18.215" v="204" actId="26606"/>
          <ac:spMkLst>
            <pc:docMk/>
            <pc:sldMk cId="0" sldId="256"/>
            <ac:spMk id="36" creationId="{7A5D17DF-AD65-402C-A95C-F13C770C9FCD}"/>
          </ac:spMkLst>
        </pc:spChg>
        <pc:grpChg chg="del">
          <ac:chgData name="Miguel Pajuelo Gómez" userId="514b7b1f-f952-4ef2-8629-016b4d70c20f" providerId="ADAL" clId="{C06DABD1-0048-4498-A8A5-26755509F49C}" dt="2026-04-21T07:08:50.119" v="193" actId="478"/>
          <ac:grpSpMkLst>
            <pc:docMk/>
            <pc:sldMk cId="0" sldId="256"/>
            <ac:grpSpMk id="2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7:08:00.416" v="169" actId="21"/>
          <ac:grpSpMkLst>
            <pc:docMk/>
            <pc:sldMk cId="0" sldId="256"/>
            <ac:grpSpMk id="8" creationId="{00000000-0000-0000-0000-000000000000}"/>
          </ac:grpSpMkLst>
        </pc:grpChg>
        <pc:grpChg chg="add mod ord">
          <ac:chgData name="Miguel Pajuelo Gómez" userId="514b7b1f-f952-4ef2-8629-016b4d70c20f" providerId="ADAL" clId="{C06DABD1-0048-4498-A8A5-26755509F49C}" dt="2026-04-21T07:09:18.215" v="204" actId="26606"/>
          <ac:grpSpMkLst>
            <pc:docMk/>
            <pc:sldMk cId="0" sldId="256"/>
            <ac:grpSpMk id="11" creationId="{00000000-0000-0000-0000-000000000000}"/>
          </ac:grpSpMkLst>
        </pc:grpChg>
        <pc:picChg chg="add del mod">
          <ac:chgData name="Miguel Pajuelo Gómez" userId="514b7b1f-f952-4ef2-8629-016b4d70c20f" providerId="ADAL" clId="{C06DABD1-0048-4498-A8A5-26755509F49C}" dt="2026-04-21T07:09:00.727" v="194" actId="21"/>
          <ac:picMkLst>
            <pc:docMk/>
            <pc:sldMk cId="0" sldId="256"/>
            <ac:picMk id="15" creationId="{9F6FE722-8008-96AA-9F0A-F1BB61A02F69}"/>
          </ac:picMkLst>
        </pc:picChg>
        <pc:picChg chg="add mod">
          <ac:chgData name="Miguel Pajuelo Gómez" userId="514b7b1f-f952-4ef2-8629-016b4d70c20f" providerId="ADAL" clId="{C06DABD1-0048-4498-A8A5-26755509F49C}" dt="2026-04-21T07:09:18.215" v="204" actId="26606"/>
          <ac:picMkLst>
            <pc:docMk/>
            <pc:sldMk cId="0" sldId="256"/>
            <ac:picMk id="16" creationId="{9F6FE722-8008-96AA-9F0A-F1BB61A02F69}"/>
          </ac:picMkLst>
        </pc:picChg>
        <pc:cxnChg chg="add del">
          <ac:chgData name="Miguel Pajuelo Gómez" userId="514b7b1f-f952-4ef2-8629-016b4d70c20f" providerId="ADAL" clId="{C06DABD1-0048-4498-A8A5-26755509F49C}" dt="2026-04-21T07:09:16.680" v="201" actId="26606"/>
          <ac:cxnSpMkLst>
            <pc:docMk/>
            <pc:sldMk cId="0" sldId="256"/>
            <ac:cxnSpMk id="27" creationId="{1C6AAE25-BD23-41B5-AAE4-1DA5898C2ADB}"/>
          </ac:cxnSpMkLst>
        </pc:cxnChg>
        <pc:cxnChg chg="add del">
          <ac:chgData name="Miguel Pajuelo Gómez" userId="514b7b1f-f952-4ef2-8629-016b4d70c20f" providerId="ADAL" clId="{C06DABD1-0048-4498-A8A5-26755509F49C}" dt="2026-04-21T07:09:18.209" v="203" actId="26606"/>
          <ac:cxnSpMkLst>
            <pc:docMk/>
            <pc:sldMk cId="0" sldId="256"/>
            <ac:cxnSpMk id="32" creationId="{02E9B2EE-76CA-47F3-9977-3F2FCB7FD252}"/>
          </ac:cxnSpMkLst>
        </pc:cxnChg>
      </pc:sldChg>
      <pc:sldChg chg="addSp delSp modSp mod">
        <pc:chgData name="Miguel Pajuelo Gómez" userId="514b7b1f-f952-4ef2-8629-016b4d70c20f" providerId="ADAL" clId="{C06DABD1-0048-4498-A8A5-26755509F49C}" dt="2026-04-21T07:52:10.104" v="280" actId="2711"/>
        <pc:sldMkLst>
          <pc:docMk/>
          <pc:sldMk cId="0" sldId="257"/>
        </pc:sldMkLst>
        <pc:spChg chg="add">
          <ac:chgData name="Miguel Pajuelo Gómez" userId="514b7b1f-f952-4ef2-8629-016b4d70c20f" providerId="ADAL" clId="{C06DABD1-0048-4498-A8A5-26755509F49C}" dt="2026-04-21T07:50:22.007" v="255"/>
          <ac:spMkLst>
            <pc:docMk/>
            <pc:sldMk cId="0" sldId="257"/>
            <ac:spMk id="2" creationId="{7DCFA1CB-A246-F8C6-0615-2A0FF352CDAB}"/>
          </ac:spMkLst>
        </pc:spChg>
        <pc:spChg chg="add">
          <ac:chgData name="Miguel Pajuelo Gómez" userId="514b7b1f-f952-4ef2-8629-016b4d70c20f" providerId="ADAL" clId="{C06DABD1-0048-4498-A8A5-26755509F49C}" dt="2026-04-21T07:50:42.895" v="257"/>
          <ac:spMkLst>
            <pc:docMk/>
            <pc:sldMk cId="0" sldId="257"/>
            <ac:spMk id="3" creationId="{C2742506-F75B-9A9C-477C-863C9AFCAE23}"/>
          </ac:spMkLst>
        </pc:spChg>
        <pc:spChg chg="mod">
          <ac:chgData name="Miguel Pajuelo Gómez" userId="514b7b1f-f952-4ef2-8629-016b4d70c20f" providerId="ADAL" clId="{C06DABD1-0048-4498-A8A5-26755509F49C}" dt="2026-04-21T07:50:21.745" v="254" actId="20577"/>
          <ac:spMkLst>
            <pc:docMk/>
            <pc:sldMk cId="0" sldId="257"/>
            <ac:spMk id="6" creationId="{00000000-0000-0000-0000-000000000000}"/>
          </ac:spMkLst>
        </pc:spChg>
        <pc:spChg chg="add del mod">
          <ac:chgData name="Miguel Pajuelo Gómez" userId="514b7b1f-f952-4ef2-8629-016b4d70c20f" providerId="ADAL" clId="{C06DABD1-0048-4498-A8A5-26755509F49C}" dt="2026-04-21T07:51:14.632" v="263" actId="478"/>
          <ac:spMkLst>
            <pc:docMk/>
            <pc:sldMk cId="0" sldId="257"/>
            <ac:spMk id="8" creationId="{D3225EAE-6E14-AB2E-8F8E-B131C14FBA06}"/>
          </ac:spMkLst>
        </pc:spChg>
        <pc:spChg chg="add">
          <ac:chgData name="Miguel Pajuelo Gómez" userId="514b7b1f-f952-4ef2-8629-016b4d70c20f" providerId="ADAL" clId="{C06DABD1-0048-4498-A8A5-26755509F49C}" dt="2026-04-21T07:50:54.165" v="259"/>
          <ac:spMkLst>
            <pc:docMk/>
            <pc:sldMk cId="0" sldId="257"/>
            <ac:spMk id="9" creationId="{415006D8-8A40-ECB9-30EC-C7916B4B6A44}"/>
          </ac:spMkLst>
        </pc:spChg>
        <pc:spChg chg="mod">
          <ac:chgData name="Miguel Pajuelo Gómez" userId="514b7b1f-f952-4ef2-8629-016b4d70c20f" providerId="ADAL" clId="{C06DABD1-0048-4498-A8A5-26755509F49C}" dt="2026-04-21T07:08:01.503" v="170"/>
          <ac:spMkLst>
            <pc:docMk/>
            <pc:sldMk cId="0" sldId="257"/>
            <ac:spMk id="11" creationId="{00000000-0000-0000-0000-000000000000}"/>
          </ac:spMkLst>
        </pc:spChg>
        <pc:spChg chg="add">
          <ac:chgData name="Miguel Pajuelo Gómez" userId="514b7b1f-f952-4ef2-8629-016b4d70c20f" providerId="ADAL" clId="{C06DABD1-0048-4498-A8A5-26755509F49C}" dt="2026-04-21T07:50:58.911" v="260"/>
          <ac:spMkLst>
            <pc:docMk/>
            <pc:sldMk cId="0" sldId="257"/>
            <ac:spMk id="12" creationId="{1068386C-8631-04C6-E205-5B9202F45097}"/>
          </ac:spMkLst>
        </pc:spChg>
        <pc:spChg chg="add">
          <ac:chgData name="Miguel Pajuelo Gómez" userId="514b7b1f-f952-4ef2-8629-016b4d70c20f" providerId="ADAL" clId="{C06DABD1-0048-4498-A8A5-26755509F49C}" dt="2026-04-21T07:51:04.574" v="261"/>
          <ac:spMkLst>
            <pc:docMk/>
            <pc:sldMk cId="0" sldId="257"/>
            <ac:spMk id="13" creationId="{A9AE0E07-DA77-40A2-334B-3A6268811AAB}"/>
          </ac:spMkLst>
        </pc:spChg>
        <pc:spChg chg="add">
          <ac:chgData name="Miguel Pajuelo Gómez" userId="514b7b1f-f952-4ef2-8629-016b4d70c20f" providerId="ADAL" clId="{C06DABD1-0048-4498-A8A5-26755509F49C}" dt="2026-04-21T07:51:12.193" v="262"/>
          <ac:spMkLst>
            <pc:docMk/>
            <pc:sldMk cId="0" sldId="257"/>
            <ac:spMk id="14" creationId="{2450B5AC-166D-B124-BA86-2806D07E4166}"/>
          </ac:spMkLst>
        </pc:spChg>
        <pc:spChg chg="add del mod">
          <ac:chgData name="Miguel Pajuelo Gómez" userId="514b7b1f-f952-4ef2-8629-016b4d70c20f" providerId="ADAL" clId="{C06DABD1-0048-4498-A8A5-26755509F49C}" dt="2026-04-21T07:51:25.908" v="267"/>
          <ac:spMkLst>
            <pc:docMk/>
            <pc:sldMk cId="0" sldId="257"/>
            <ac:spMk id="15" creationId="{21ABC6FC-3396-D3F0-94BF-9DDBEF09BB4D}"/>
          </ac:spMkLst>
        </pc:spChg>
        <pc:spChg chg="add">
          <ac:chgData name="Miguel Pajuelo Gómez" userId="514b7b1f-f952-4ef2-8629-016b4d70c20f" providerId="ADAL" clId="{C06DABD1-0048-4498-A8A5-26755509F49C}" dt="2026-04-21T07:51:24.352" v="265"/>
          <ac:spMkLst>
            <pc:docMk/>
            <pc:sldMk cId="0" sldId="257"/>
            <ac:spMk id="16" creationId="{2903AD2C-BB53-A0CC-BB9F-152CFF0D671D}"/>
          </ac:spMkLst>
        </pc:spChg>
        <pc:spChg chg="add mod">
          <ac:chgData name="Miguel Pajuelo Gómez" userId="514b7b1f-f952-4ef2-8629-016b4d70c20f" providerId="ADAL" clId="{C06DABD1-0048-4498-A8A5-26755509F49C}" dt="2026-04-21T07:52:10.104" v="280" actId="2711"/>
          <ac:spMkLst>
            <pc:docMk/>
            <pc:sldMk cId="0" sldId="257"/>
            <ac:spMk id="17" creationId="{5AA0E3D5-2349-8E6D-BB83-0FE53BBA95A9}"/>
          </ac:spMkLst>
        </pc:spChg>
        <pc:grpChg chg="del">
          <ac:chgData name="Miguel Pajuelo Gómez" userId="514b7b1f-f952-4ef2-8629-016b4d70c20f" providerId="ADAL" clId="{C06DABD1-0048-4498-A8A5-26755509F49C}" dt="2026-04-21T06:55:10.453" v="0" actId="478"/>
          <ac:grpSpMkLst>
            <pc:docMk/>
            <pc:sldMk cId="0" sldId="257"/>
            <ac:grpSpMk id="2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7:50:35.441" v="256" actId="478"/>
          <ac:grpSpMkLst>
            <pc:docMk/>
            <pc:sldMk cId="0" sldId="257"/>
            <ac:grpSpMk id="4" creationId="{00000000-0000-0000-0000-000000000000}"/>
          </ac:grpSpMkLst>
        </pc:grpChg>
        <pc:grpChg chg="add mod">
          <ac:chgData name="Miguel Pajuelo Gómez" userId="514b7b1f-f952-4ef2-8629-016b4d70c20f" providerId="ADAL" clId="{C06DABD1-0048-4498-A8A5-26755509F49C}" dt="2026-04-21T07:08:01.503" v="170"/>
          <ac:grpSpMkLst>
            <pc:docMk/>
            <pc:sldMk cId="0" sldId="257"/>
            <ac:grpSpMk id="10" creationId="{00000000-0000-0000-0000-000000000000}"/>
          </ac:grpSpMkLst>
        </pc:grpChg>
        <pc:picChg chg="add del mod">
          <ac:chgData name="Miguel Pajuelo Gómez" userId="514b7b1f-f952-4ef2-8629-016b4d70c20f" providerId="ADAL" clId="{C06DABD1-0048-4498-A8A5-26755509F49C}" dt="2026-04-21T07:00:51.005" v="109" actId="21"/>
          <ac:picMkLst>
            <pc:docMk/>
            <pc:sldMk cId="0" sldId="257"/>
            <ac:picMk id="9" creationId="{16B4D257-26DA-1C5B-9935-EC9DD51BA67C}"/>
          </ac:picMkLst>
        </pc:picChg>
      </pc:sldChg>
      <pc:sldChg chg="addSp delSp modSp mod">
        <pc:chgData name="Miguel Pajuelo Gómez" userId="514b7b1f-f952-4ef2-8629-016b4d70c20f" providerId="ADAL" clId="{C06DABD1-0048-4498-A8A5-26755509F49C}" dt="2026-04-21T07:53:50.433" v="297" actId="1076"/>
        <pc:sldMkLst>
          <pc:docMk/>
          <pc:sldMk cId="0" sldId="258"/>
        </pc:sldMkLst>
        <pc:spChg chg="add mod">
          <ac:chgData name="Miguel Pajuelo Gómez" userId="514b7b1f-f952-4ef2-8629-016b4d70c20f" providerId="ADAL" clId="{C06DABD1-0048-4498-A8A5-26755509F49C}" dt="2026-04-21T07:53:50.433" v="297" actId="1076"/>
          <ac:spMkLst>
            <pc:docMk/>
            <pc:sldMk cId="0" sldId="258"/>
            <ac:spMk id="15" creationId="{368E5F66-3961-5562-B63E-6F8FDE8D140D}"/>
          </ac:spMkLst>
        </pc:spChg>
        <pc:spChg chg="add">
          <ac:chgData name="Miguel Pajuelo Gómez" userId="514b7b1f-f952-4ef2-8629-016b4d70c20f" providerId="ADAL" clId="{C06DABD1-0048-4498-A8A5-26755509F49C}" dt="2026-04-21T06:55:35.933" v="3"/>
          <ac:spMkLst>
            <pc:docMk/>
            <pc:sldMk cId="0" sldId="258"/>
            <ac:spMk id="20" creationId="{827C2B94-B1C0-ACF4-82F2-EA8A62AD70F3}"/>
          </ac:spMkLst>
        </pc:spChg>
        <pc:spChg chg="add">
          <ac:chgData name="Miguel Pajuelo Gómez" userId="514b7b1f-f952-4ef2-8629-016b4d70c20f" providerId="ADAL" clId="{C06DABD1-0048-4498-A8A5-26755509F49C}" dt="2026-04-21T06:55:39.600" v="4"/>
          <ac:spMkLst>
            <pc:docMk/>
            <pc:sldMk cId="0" sldId="258"/>
            <ac:spMk id="21" creationId="{EEBBB4D2-8C4C-1F2C-C998-7687E76DA05E}"/>
          </ac:spMkLst>
        </pc:spChg>
        <pc:grpChg chg="del">
          <ac:chgData name="Miguel Pajuelo Gómez" userId="514b7b1f-f952-4ef2-8629-016b4d70c20f" providerId="ADAL" clId="{C06DABD1-0048-4498-A8A5-26755509F49C}" dt="2026-04-21T07:52:42.266" v="281" actId="478"/>
          <ac:grpSpMkLst>
            <pc:docMk/>
            <pc:sldMk cId="0" sldId="258"/>
            <ac:grpSpMk id="3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7:52:43.021" v="282" actId="478"/>
          <ac:grpSpMkLst>
            <pc:docMk/>
            <pc:sldMk cId="0" sldId="258"/>
            <ac:grpSpMk id="7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7:52:43.619" v="283" actId="478"/>
          <ac:grpSpMkLst>
            <pc:docMk/>
            <pc:sldMk cId="0" sldId="258"/>
            <ac:grpSpMk id="11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6:55:56.072" v="8" actId="478"/>
          <ac:grpSpMkLst>
            <pc:docMk/>
            <pc:sldMk cId="0" sldId="258"/>
            <ac:grpSpMk id="15" creationId="{00000000-0000-0000-0000-000000000000}"/>
          </ac:grpSpMkLst>
        </pc:grpChg>
        <pc:picChg chg="add del mod">
          <ac:chgData name="Miguel Pajuelo Gómez" userId="514b7b1f-f952-4ef2-8629-016b4d70c20f" providerId="ADAL" clId="{C06DABD1-0048-4498-A8A5-26755509F49C}" dt="2026-04-21T06:55:58.440" v="10" actId="478"/>
          <ac:picMkLst>
            <pc:docMk/>
            <pc:sldMk cId="0" sldId="258"/>
            <ac:picMk id="23" creationId="{DDE01C98-18A4-DCCD-B0A6-88E5415370C2}"/>
          </ac:picMkLst>
        </pc:picChg>
        <pc:picChg chg="add mod">
          <ac:chgData name="Miguel Pajuelo Gómez" userId="514b7b1f-f952-4ef2-8629-016b4d70c20f" providerId="ADAL" clId="{C06DABD1-0048-4498-A8A5-26755509F49C}" dt="2026-04-21T06:56:12.557" v="14" actId="1076"/>
          <ac:picMkLst>
            <pc:docMk/>
            <pc:sldMk cId="0" sldId="258"/>
            <ac:picMk id="25" creationId="{9D20F005-D064-E3C0-6CA2-DE0F12A3C6FE}"/>
          </ac:picMkLst>
        </pc:picChg>
      </pc:sldChg>
      <pc:sldChg chg="delSp del mod">
        <pc:chgData name="Miguel Pajuelo Gómez" userId="514b7b1f-f952-4ef2-8629-016b4d70c20f" providerId="ADAL" clId="{C06DABD1-0048-4498-A8A5-26755509F49C}" dt="2026-04-21T06:56:25.732" v="16" actId="47"/>
        <pc:sldMkLst>
          <pc:docMk/>
          <pc:sldMk cId="0" sldId="259"/>
        </pc:sldMkLst>
        <pc:grpChg chg="del">
          <ac:chgData name="Miguel Pajuelo Gómez" userId="514b7b1f-f952-4ef2-8629-016b4d70c20f" providerId="ADAL" clId="{C06DABD1-0048-4498-A8A5-26755509F49C}" dt="2026-04-21T06:56:23.272" v="15" actId="21"/>
          <ac:grpSpMkLst>
            <pc:docMk/>
            <pc:sldMk cId="0" sldId="259"/>
            <ac:grpSpMk id="2" creationId="{00000000-0000-0000-0000-000000000000}"/>
          </ac:grpSpMkLst>
        </pc:grpChg>
      </pc:sldChg>
      <pc:sldChg chg="addSp delSp modSp mod">
        <pc:chgData name="Miguel Pajuelo Gómez" userId="514b7b1f-f952-4ef2-8629-016b4d70c20f" providerId="ADAL" clId="{C06DABD1-0048-4498-A8A5-26755509F49C}" dt="2026-04-21T08:21:20.035" v="312" actId="20577"/>
        <pc:sldMkLst>
          <pc:docMk/>
          <pc:sldMk cId="0" sldId="260"/>
        </pc:sldMkLst>
        <pc:spChg chg="mod">
          <ac:chgData name="Miguel Pajuelo Gómez" userId="514b7b1f-f952-4ef2-8629-016b4d70c20f" providerId="ADAL" clId="{C06DABD1-0048-4498-A8A5-26755509F49C}" dt="2026-04-21T07:09:40.494" v="205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Miguel Pajuelo Gómez" userId="514b7b1f-f952-4ef2-8629-016b4d70c20f" providerId="ADAL" clId="{C06DABD1-0048-4498-A8A5-26755509F49C}" dt="2026-04-21T06:57:16.677" v="83" actId="20577"/>
          <ac:spMkLst>
            <pc:docMk/>
            <pc:sldMk cId="0" sldId="260"/>
            <ac:spMk id="13" creationId="{00000000-0000-0000-0000-000000000000}"/>
          </ac:spMkLst>
        </pc:spChg>
        <pc:spChg chg="add mod">
          <ac:chgData name="Miguel Pajuelo Gómez" userId="514b7b1f-f952-4ef2-8629-016b4d70c20f" providerId="ADAL" clId="{C06DABD1-0048-4498-A8A5-26755509F49C}" dt="2026-04-21T08:21:20.035" v="312" actId="20577"/>
          <ac:spMkLst>
            <pc:docMk/>
            <pc:sldMk cId="0" sldId="260"/>
            <ac:spMk id="15" creationId="{5A86186E-9BF3-71D5-401D-80FC0E51A2E8}"/>
          </ac:spMkLst>
        </pc:spChg>
        <pc:spChg chg="mod">
          <ac:chgData name="Miguel Pajuelo Gómez" userId="514b7b1f-f952-4ef2-8629-016b4d70c20f" providerId="ADAL" clId="{C06DABD1-0048-4498-A8A5-26755509F49C}" dt="2026-04-21T06:56:26.820" v="17"/>
          <ac:spMkLst>
            <pc:docMk/>
            <pc:sldMk cId="0" sldId="260"/>
            <ac:spMk id="21" creationId="{00000000-0000-0000-0000-000000000000}"/>
          </ac:spMkLst>
        </pc:spChg>
        <pc:grpChg chg="del">
          <ac:chgData name="Miguel Pajuelo Gómez" userId="514b7b1f-f952-4ef2-8629-016b4d70c20f" providerId="ADAL" clId="{C06DABD1-0048-4498-A8A5-26755509F49C}" dt="2026-04-21T08:20:37.418" v="299" actId="478"/>
          <ac:grpSpMkLst>
            <pc:docMk/>
            <pc:sldMk cId="0" sldId="260"/>
            <ac:grpSpMk id="3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8:20:36.289" v="298" actId="478"/>
          <ac:grpSpMkLst>
            <pc:docMk/>
            <pc:sldMk cId="0" sldId="260"/>
            <ac:grpSpMk id="7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8:20:39.056" v="300" actId="478"/>
          <ac:grpSpMkLst>
            <pc:docMk/>
            <pc:sldMk cId="0" sldId="260"/>
            <ac:grpSpMk id="11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6:56:56.723" v="23" actId="478"/>
          <ac:grpSpMkLst>
            <pc:docMk/>
            <pc:sldMk cId="0" sldId="260"/>
            <ac:grpSpMk id="15" creationId="{00000000-0000-0000-0000-000000000000}"/>
          </ac:grpSpMkLst>
        </pc:grpChg>
        <pc:grpChg chg="add del mod">
          <ac:chgData name="Miguel Pajuelo Gómez" userId="514b7b1f-f952-4ef2-8629-016b4d70c20f" providerId="ADAL" clId="{C06DABD1-0048-4498-A8A5-26755509F49C}" dt="2026-04-21T06:56:29.976" v="19" actId="478"/>
          <ac:grpSpMkLst>
            <pc:docMk/>
            <pc:sldMk cId="0" sldId="260"/>
            <ac:grpSpMk id="20" creationId="{00000000-0000-0000-0000-000000000000}"/>
          </ac:grpSpMkLst>
        </pc:grpChg>
        <pc:picChg chg="mod">
          <ac:chgData name="Miguel Pajuelo Gómez" userId="514b7b1f-f952-4ef2-8629-016b4d70c20f" providerId="ADAL" clId="{C06DABD1-0048-4498-A8A5-26755509F49C}" dt="2026-04-21T07:09:46.720" v="209" actId="1076"/>
          <ac:picMkLst>
            <pc:docMk/>
            <pc:sldMk cId="0" sldId="260"/>
            <ac:picMk id="1026" creationId="{A965B66F-00BC-3411-8380-8F2BC0D7ACBB}"/>
          </ac:picMkLst>
        </pc:picChg>
        <pc:picChg chg="mod">
          <ac:chgData name="Miguel Pajuelo Gómez" userId="514b7b1f-f952-4ef2-8629-016b4d70c20f" providerId="ADAL" clId="{C06DABD1-0048-4498-A8A5-26755509F49C}" dt="2026-04-21T07:09:43.554" v="207" actId="1076"/>
          <ac:picMkLst>
            <pc:docMk/>
            <pc:sldMk cId="0" sldId="260"/>
            <ac:picMk id="1028" creationId="{76D76DC8-9808-2F0E-1699-D67223C01A72}"/>
          </ac:picMkLst>
        </pc:picChg>
        <pc:picChg chg="mod">
          <ac:chgData name="Miguel Pajuelo Gómez" userId="514b7b1f-f952-4ef2-8629-016b4d70c20f" providerId="ADAL" clId="{C06DABD1-0048-4498-A8A5-26755509F49C}" dt="2026-04-21T07:09:48.231" v="210" actId="1076"/>
          <ac:picMkLst>
            <pc:docMk/>
            <pc:sldMk cId="0" sldId="260"/>
            <ac:picMk id="1030" creationId="{226A5666-71EF-1161-10FF-3DC4B45A4E12}"/>
          </ac:picMkLst>
        </pc:picChg>
        <pc:picChg chg="mod">
          <ac:chgData name="Miguel Pajuelo Gómez" userId="514b7b1f-f952-4ef2-8629-016b4d70c20f" providerId="ADAL" clId="{C06DABD1-0048-4498-A8A5-26755509F49C}" dt="2026-04-21T07:09:44.836" v="208" actId="1076"/>
          <ac:picMkLst>
            <pc:docMk/>
            <pc:sldMk cId="0" sldId="260"/>
            <ac:picMk id="1032" creationId="{A08C52FE-118E-3DBE-000B-5604B664D741}"/>
          </ac:picMkLst>
        </pc:picChg>
        <pc:picChg chg="add mod">
          <ac:chgData name="Miguel Pajuelo Gómez" userId="514b7b1f-f952-4ef2-8629-016b4d70c20f" providerId="ADAL" clId="{C06DABD1-0048-4498-A8A5-26755509F49C}" dt="2026-04-21T07:09:42.281" v="206" actId="1076"/>
          <ac:picMkLst>
            <pc:docMk/>
            <pc:sldMk cId="0" sldId="260"/>
            <ac:picMk id="2050" creationId="{C2CCCBB3-20CB-E32A-8E12-7890245583BB}"/>
          </ac:picMkLst>
        </pc:picChg>
      </pc:sldChg>
      <pc:sldChg chg="addSp delSp modSp mod">
        <pc:chgData name="Miguel Pajuelo Gómez" userId="514b7b1f-f952-4ef2-8629-016b4d70c20f" providerId="ADAL" clId="{C06DABD1-0048-4498-A8A5-26755509F49C}" dt="2026-04-21T08:22:35.169" v="320" actId="1076"/>
        <pc:sldMkLst>
          <pc:docMk/>
          <pc:sldMk cId="0" sldId="261"/>
        </pc:sldMkLst>
        <pc:spChg chg="mod">
          <ac:chgData name="Miguel Pajuelo Gómez" userId="514b7b1f-f952-4ef2-8629-016b4d70c20f" providerId="ADAL" clId="{C06DABD1-0048-4498-A8A5-26755509F49C}" dt="2026-04-21T08:22:03.784" v="313"/>
          <ac:spMkLst>
            <pc:docMk/>
            <pc:sldMk cId="0" sldId="261"/>
            <ac:spMk id="5" creationId="{00000000-0000-0000-0000-000000000000}"/>
          </ac:spMkLst>
        </pc:spChg>
        <pc:spChg chg="mod">
          <ac:chgData name="Miguel Pajuelo Gómez" userId="514b7b1f-f952-4ef2-8629-016b4d70c20f" providerId="ADAL" clId="{C06DABD1-0048-4498-A8A5-26755509F49C}" dt="2026-04-21T08:22:22.019" v="319" actId="20577"/>
          <ac:spMkLst>
            <pc:docMk/>
            <pc:sldMk cId="0" sldId="261"/>
            <ac:spMk id="6" creationId="{00000000-0000-0000-0000-000000000000}"/>
          </ac:spMkLst>
        </pc:spChg>
        <pc:spChg chg="add del">
          <ac:chgData name="Miguel Pajuelo Gómez" userId="514b7b1f-f952-4ef2-8629-016b4d70c20f" providerId="ADAL" clId="{C06DABD1-0048-4498-A8A5-26755509F49C}" dt="2026-04-21T07:01:59.935" v="115" actId="22"/>
          <ac:spMkLst>
            <pc:docMk/>
            <pc:sldMk cId="0" sldId="261"/>
            <ac:spMk id="9" creationId="{FB038F7E-18EB-D55A-5175-BB6B6F3A62EF}"/>
          </ac:spMkLst>
        </pc:spChg>
        <pc:spChg chg="add del">
          <ac:chgData name="Miguel Pajuelo Gómez" userId="514b7b1f-f952-4ef2-8629-016b4d70c20f" providerId="ADAL" clId="{C06DABD1-0048-4498-A8A5-26755509F49C}" dt="2026-04-21T07:02:06.567" v="118" actId="22"/>
          <ac:spMkLst>
            <pc:docMk/>
            <pc:sldMk cId="0" sldId="261"/>
            <ac:spMk id="11" creationId="{095BFE1C-8C64-E2F2-C470-E6443ECE00FF}"/>
          </ac:spMkLst>
        </pc:spChg>
        <pc:spChg chg="add del">
          <ac:chgData name="Miguel Pajuelo Gómez" userId="514b7b1f-f952-4ef2-8629-016b4d70c20f" providerId="ADAL" clId="{C06DABD1-0048-4498-A8A5-26755509F49C}" dt="2026-04-21T07:02:20.604" v="122" actId="478"/>
          <ac:spMkLst>
            <pc:docMk/>
            <pc:sldMk cId="0" sldId="261"/>
            <ac:spMk id="13" creationId="{51709370-C28B-4967-BD0A-51B4B9EA785F}"/>
          </ac:spMkLst>
        </pc:spChg>
        <pc:grpChg chg="add del">
          <ac:chgData name="Miguel Pajuelo Gómez" userId="514b7b1f-f952-4ef2-8629-016b4d70c20f" providerId="ADAL" clId="{C06DABD1-0048-4498-A8A5-26755509F49C}" dt="2026-04-21T07:02:12.246" v="121" actId="21"/>
          <ac:grpSpMkLst>
            <pc:docMk/>
            <pc:sldMk cId="0" sldId="261"/>
            <ac:grpSpMk id="2" creationId="{00000000-0000-0000-0000-000000000000}"/>
          </ac:grpSpMkLst>
        </pc:grpChg>
        <pc:grpChg chg="mod">
          <ac:chgData name="Miguel Pajuelo Gómez" userId="514b7b1f-f952-4ef2-8629-016b4d70c20f" providerId="ADAL" clId="{C06DABD1-0048-4498-A8A5-26755509F49C}" dt="2026-04-21T08:22:35.169" v="320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addSp delSp modSp mod">
        <pc:chgData name="Miguel Pajuelo Gómez" userId="514b7b1f-f952-4ef2-8629-016b4d70c20f" providerId="ADAL" clId="{C06DABD1-0048-4498-A8A5-26755509F49C}" dt="2026-04-21T08:26:02.425" v="359" actId="1076"/>
        <pc:sldMkLst>
          <pc:docMk/>
          <pc:sldMk cId="0" sldId="262"/>
        </pc:sldMkLst>
        <pc:spChg chg="del mod topLvl">
          <ac:chgData name="Miguel Pajuelo Gómez" userId="514b7b1f-f952-4ef2-8629-016b4d70c20f" providerId="ADAL" clId="{C06DABD1-0048-4498-A8A5-26755509F49C}" dt="2026-04-21T08:25:46.909" v="356" actId="478"/>
          <ac:spMkLst>
            <pc:docMk/>
            <pc:sldMk cId="0" sldId="262"/>
            <ac:spMk id="5" creationId="{00000000-0000-0000-0000-000000000000}"/>
          </ac:spMkLst>
        </pc:spChg>
        <pc:spChg chg="mod topLvl">
          <ac:chgData name="Miguel Pajuelo Gómez" userId="514b7b1f-f952-4ef2-8629-016b4d70c20f" providerId="ADAL" clId="{C06DABD1-0048-4498-A8A5-26755509F49C}" dt="2026-04-21T08:26:02.425" v="359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Miguel Pajuelo Gómez" userId="514b7b1f-f952-4ef2-8629-016b4d70c20f" providerId="ADAL" clId="{C06DABD1-0048-4498-A8A5-26755509F49C}" dt="2026-04-21T08:24:17.288" v="344" actId="1076"/>
          <ac:spMkLst>
            <pc:docMk/>
            <pc:sldMk cId="0" sldId="262"/>
            <ac:spMk id="7" creationId="{00000000-0000-0000-0000-000000000000}"/>
          </ac:spMkLst>
        </pc:spChg>
        <pc:spChg chg="add">
          <ac:chgData name="Miguel Pajuelo Gómez" userId="514b7b1f-f952-4ef2-8629-016b4d70c20f" providerId="ADAL" clId="{C06DABD1-0048-4498-A8A5-26755509F49C}" dt="2026-04-21T06:58:04.152" v="85"/>
          <ac:spMkLst>
            <pc:docMk/>
            <pc:sldMk cId="0" sldId="262"/>
            <ac:spMk id="8" creationId="{8F0D29FF-B26E-5DE2-D0FB-192981FA24F3}"/>
          </ac:spMkLst>
        </pc:spChg>
        <pc:grpChg chg="del">
          <ac:chgData name="Miguel Pajuelo Gómez" userId="514b7b1f-f952-4ef2-8629-016b4d70c20f" providerId="ADAL" clId="{C06DABD1-0048-4498-A8A5-26755509F49C}" dt="2026-04-21T06:58:03.392" v="84" actId="478"/>
          <ac:grpSpMkLst>
            <pc:docMk/>
            <pc:sldMk cId="0" sldId="262"/>
            <ac:grpSpMk id="2" creationId="{00000000-0000-0000-0000-000000000000}"/>
          </ac:grpSpMkLst>
        </pc:grpChg>
        <pc:grpChg chg="del mod">
          <ac:chgData name="Miguel Pajuelo Gómez" userId="514b7b1f-f952-4ef2-8629-016b4d70c20f" providerId="ADAL" clId="{C06DABD1-0048-4498-A8A5-26755509F49C}" dt="2026-04-21T08:25:46.909" v="356" actId="478"/>
          <ac:grpSpMkLst>
            <pc:docMk/>
            <pc:sldMk cId="0" sldId="262"/>
            <ac:grpSpMk id="4" creationId="{00000000-0000-0000-0000-000000000000}"/>
          </ac:grpSpMkLst>
        </pc:grpChg>
        <pc:picChg chg="add del mod">
          <ac:chgData name="Miguel Pajuelo Gómez" userId="514b7b1f-f952-4ef2-8629-016b4d70c20f" providerId="ADAL" clId="{C06DABD1-0048-4498-A8A5-26755509F49C}" dt="2026-04-21T06:59:45.114" v="98" actId="478"/>
          <ac:picMkLst>
            <pc:docMk/>
            <pc:sldMk cId="0" sldId="262"/>
            <ac:picMk id="10" creationId="{604C8359-C8E1-35B4-B8FC-8D3EEBCDCF06}"/>
          </ac:picMkLst>
        </pc:picChg>
        <pc:picChg chg="add del mod">
          <ac:chgData name="Miguel Pajuelo Gómez" userId="514b7b1f-f952-4ef2-8629-016b4d70c20f" providerId="ADAL" clId="{C06DABD1-0048-4498-A8A5-26755509F49C}" dt="2026-04-21T07:03:14.734" v="126" actId="478"/>
          <ac:picMkLst>
            <pc:docMk/>
            <pc:sldMk cId="0" sldId="262"/>
            <ac:picMk id="12" creationId="{C09D5B99-6A24-F753-B747-F89B24030B45}"/>
          </ac:picMkLst>
        </pc:picChg>
        <pc:picChg chg="add mod">
          <ac:chgData name="Miguel Pajuelo Gómez" userId="514b7b1f-f952-4ef2-8629-016b4d70c20f" providerId="ADAL" clId="{C06DABD1-0048-4498-A8A5-26755509F49C}" dt="2026-04-21T07:03:36.718" v="133" actId="14100"/>
          <ac:picMkLst>
            <pc:docMk/>
            <pc:sldMk cId="0" sldId="262"/>
            <ac:picMk id="14" creationId="{66AF6E62-C2A7-73B2-31CF-E47760C24B33}"/>
          </ac:picMkLst>
        </pc:picChg>
        <pc:picChg chg="add mod">
          <ac:chgData name="Miguel Pajuelo Gómez" userId="514b7b1f-f952-4ef2-8629-016b4d70c20f" providerId="ADAL" clId="{C06DABD1-0048-4498-A8A5-26755509F49C}" dt="2026-04-21T07:03:23.043" v="129" actId="1076"/>
          <ac:picMkLst>
            <pc:docMk/>
            <pc:sldMk cId="0" sldId="262"/>
            <ac:picMk id="16" creationId="{871C3458-D022-B858-6225-352B5BFA8E5F}"/>
          </ac:picMkLst>
        </pc:picChg>
      </pc:sldChg>
      <pc:sldChg chg="addSp delSp modSp mod">
        <pc:chgData name="Miguel Pajuelo Gómez" userId="514b7b1f-f952-4ef2-8629-016b4d70c20f" providerId="ADAL" clId="{C06DABD1-0048-4498-A8A5-26755509F49C}" dt="2026-04-21T08:30:36.756" v="455" actId="1035"/>
        <pc:sldMkLst>
          <pc:docMk/>
          <pc:sldMk cId="0" sldId="263"/>
        </pc:sldMkLst>
        <pc:spChg chg="del">
          <ac:chgData name="Miguel Pajuelo Gómez" userId="514b7b1f-f952-4ef2-8629-016b4d70c20f" providerId="ADAL" clId="{C06DABD1-0048-4498-A8A5-26755509F49C}" dt="2026-04-21T08:26:35.082" v="362" actId="478"/>
          <ac:spMkLst>
            <pc:docMk/>
            <pc:sldMk cId="0" sldId="263"/>
            <ac:spMk id="12" creationId="{00000000-0000-0000-0000-000000000000}"/>
          </ac:spMkLst>
        </pc:spChg>
        <pc:spChg chg="del topLvl">
          <ac:chgData name="Miguel Pajuelo Gómez" userId="514b7b1f-f952-4ef2-8629-016b4d70c20f" providerId="ADAL" clId="{C06DABD1-0048-4498-A8A5-26755509F49C}" dt="2026-04-21T08:26:39.042" v="364" actId="478"/>
          <ac:spMkLst>
            <pc:docMk/>
            <pc:sldMk cId="0" sldId="263"/>
            <ac:spMk id="13" creationId="{00000000-0000-0000-0000-000000000000}"/>
          </ac:spMkLst>
        </pc:spChg>
        <pc:spChg chg="del topLvl">
          <ac:chgData name="Miguel Pajuelo Gómez" userId="514b7b1f-f952-4ef2-8629-016b4d70c20f" providerId="ADAL" clId="{C06DABD1-0048-4498-A8A5-26755509F49C}" dt="2026-04-21T08:26:37.542" v="363" actId="478"/>
          <ac:spMkLst>
            <pc:docMk/>
            <pc:sldMk cId="0" sldId="263"/>
            <ac:spMk id="14" creationId="{00000000-0000-0000-0000-000000000000}"/>
          </ac:spMkLst>
        </pc:spChg>
        <pc:spChg chg="add mod">
          <ac:chgData name="Miguel Pajuelo Gómez" userId="514b7b1f-f952-4ef2-8629-016b4d70c20f" providerId="ADAL" clId="{C06DABD1-0048-4498-A8A5-26755509F49C}" dt="2026-04-21T08:30:36.756" v="455" actId="1035"/>
          <ac:spMkLst>
            <pc:docMk/>
            <pc:sldMk cId="0" sldId="263"/>
            <ac:spMk id="22" creationId="{C0249679-4CB0-8F67-C0C5-509BEA736417}"/>
          </ac:spMkLst>
        </pc:spChg>
        <pc:grpChg chg="del">
          <ac:chgData name="Miguel Pajuelo Gómez" userId="514b7b1f-f952-4ef2-8629-016b4d70c20f" providerId="ADAL" clId="{C06DABD1-0048-4498-A8A5-26755509F49C}" dt="2026-04-21T08:26:30.566" v="360" actId="478"/>
          <ac:grpSpMkLst>
            <pc:docMk/>
            <pc:sldMk cId="0" sldId="263"/>
            <ac:grpSpMk id="3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8:26:33.017" v="361" actId="478"/>
          <ac:grpSpMkLst>
            <pc:docMk/>
            <pc:sldMk cId="0" sldId="263"/>
            <ac:grpSpMk id="7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8:26:37.542" v="363" actId="478"/>
          <ac:grpSpMkLst>
            <pc:docMk/>
            <pc:sldMk cId="0" sldId="263"/>
            <ac:grpSpMk id="11" creationId="{00000000-0000-0000-0000-000000000000}"/>
          </ac:grpSpMkLst>
        </pc:grpChg>
        <pc:picChg chg="add mod">
          <ac:chgData name="Miguel Pajuelo Gómez" userId="514b7b1f-f952-4ef2-8629-016b4d70c20f" providerId="ADAL" clId="{C06DABD1-0048-4498-A8A5-26755509F49C}" dt="2026-04-21T06:59:42.967" v="97" actId="1076"/>
          <ac:picMkLst>
            <pc:docMk/>
            <pc:sldMk cId="0" sldId="263"/>
            <ac:picMk id="21" creationId="{50FEC314-0AA5-B7C5-324C-DA505D86023C}"/>
          </ac:picMkLst>
        </pc:picChg>
      </pc:sldChg>
      <pc:sldChg chg="addSp delSp modSp mod">
        <pc:chgData name="Miguel Pajuelo Gómez" userId="514b7b1f-f952-4ef2-8629-016b4d70c20f" providerId="ADAL" clId="{C06DABD1-0048-4498-A8A5-26755509F49C}" dt="2026-04-21T08:32:50.931" v="470" actId="1076"/>
        <pc:sldMkLst>
          <pc:docMk/>
          <pc:sldMk cId="0" sldId="264"/>
        </pc:sldMkLst>
        <pc:spChg chg="add">
          <ac:chgData name="Miguel Pajuelo Gómez" userId="514b7b1f-f952-4ef2-8629-016b4d70c20f" providerId="ADAL" clId="{C06DABD1-0048-4498-A8A5-26755509F49C}" dt="2026-04-21T08:32:28.536" v="466"/>
          <ac:spMkLst>
            <pc:docMk/>
            <pc:sldMk cId="0" sldId="264"/>
            <ac:spMk id="2" creationId="{014DD864-79A9-B68F-C1BE-D80F2DDE8F4F}"/>
          </ac:spMkLst>
        </pc:spChg>
        <pc:spChg chg="add">
          <ac:chgData name="Miguel Pajuelo Gómez" userId="514b7b1f-f952-4ef2-8629-016b4d70c20f" providerId="ADAL" clId="{C06DABD1-0048-4498-A8A5-26755509F49C}" dt="2026-04-21T08:32:35.366" v="467"/>
          <ac:spMkLst>
            <pc:docMk/>
            <pc:sldMk cId="0" sldId="264"/>
            <ac:spMk id="3" creationId="{EEDAA7D6-178F-10A3-CFCB-B5F7C0A315C9}"/>
          </ac:spMkLst>
        </pc:spChg>
        <pc:spChg chg="mod">
          <ac:chgData name="Miguel Pajuelo Gómez" userId="514b7b1f-f952-4ef2-8629-016b4d70c20f" providerId="ADAL" clId="{C06DABD1-0048-4498-A8A5-26755509F49C}" dt="2026-04-21T08:31:22.068" v="456"/>
          <ac:spMkLst>
            <pc:docMk/>
            <pc:sldMk cId="0" sldId="264"/>
            <ac:spMk id="5" creationId="{00000000-0000-0000-0000-000000000000}"/>
          </ac:spMkLst>
        </pc:spChg>
        <pc:spChg chg="mod">
          <ac:chgData name="Miguel Pajuelo Gómez" userId="514b7b1f-f952-4ef2-8629-016b4d70c20f" providerId="ADAL" clId="{C06DABD1-0048-4498-A8A5-26755509F49C}" dt="2026-04-21T08:31:57.501" v="464" actId="2711"/>
          <ac:spMkLst>
            <pc:docMk/>
            <pc:sldMk cId="0" sldId="264"/>
            <ac:spMk id="6" creationId="{00000000-0000-0000-0000-000000000000}"/>
          </ac:spMkLst>
        </pc:spChg>
        <pc:spChg chg="add del">
          <ac:chgData name="Miguel Pajuelo Gómez" userId="514b7b1f-f952-4ef2-8629-016b4d70c20f" providerId="ADAL" clId="{C06DABD1-0048-4498-A8A5-26755509F49C}" dt="2026-04-21T07:06:25.824" v="159" actId="22"/>
          <ac:spMkLst>
            <pc:docMk/>
            <pc:sldMk cId="0" sldId="264"/>
            <ac:spMk id="9" creationId="{FA9A6995-42EC-6DE5-8D99-337F6141F972}"/>
          </ac:spMkLst>
        </pc:spChg>
        <pc:grpChg chg="del">
          <ac:chgData name="Miguel Pajuelo Gómez" userId="514b7b1f-f952-4ef2-8629-016b4d70c20f" providerId="ADAL" clId="{C06DABD1-0048-4498-A8A5-26755509F49C}" dt="2026-04-21T07:03:42.798" v="134" actId="478"/>
          <ac:grpSpMkLst>
            <pc:docMk/>
            <pc:sldMk cId="0" sldId="264"/>
            <ac:grpSpMk id="2" creationId="{00000000-0000-0000-0000-000000000000}"/>
          </ac:grpSpMkLst>
        </pc:grpChg>
        <pc:grpChg chg="mod">
          <ac:chgData name="Miguel Pajuelo Gómez" userId="514b7b1f-f952-4ef2-8629-016b4d70c20f" providerId="ADAL" clId="{C06DABD1-0048-4498-A8A5-26755509F49C}" dt="2026-04-21T08:31:22.068" v="456"/>
          <ac:grpSpMkLst>
            <pc:docMk/>
            <pc:sldMk cId="0" sldId="264"/>
            <ac:grpSpMk id="4" creationId="{00000000-0000-0000-0000-000000000000}"/>
          </ac:grpSpMkLst>
        </pc:grpChg>
        <pc:picChg chg="add mod">
          <ac:chgData name="Miguel Pajuelo Gómez" userId="514b7b1f-f952-4ef2-8629-016b4d70c20f" providerId="ADAL" clId="{C06DABD1-0048-4498-A8A5-26755509F49C}" dt="2026-04-21T08:32:50.931" v="470" actId="1076"/>
          <ac:picMkLst>
            <pc:docMk/>
            <pc:sldMk cId="0" sldId="264"/>
            <ac:picMk id="11" creationId="{FA6BC596-1A6F-7D3B-2A53-24A53A8E4CBD}"/>
          </ac:picMkLst>
        </pc:picChg>
        <pc:picChg chg="add mod">
          <ac:chgData name="Miguel Pajuelo Gómez" userId="514b7b1f-f952-4ef2-8629-016b4d70c20f" providerId="ADAL" clId="{C06DABD1-0048-4498-A8A5-26755509F49C}" dt="2026-04-21T07:07:24.046" v="168" actId="1076"/>
          <ac:picMkLst>
            <pc:docMk/>
            <pc:sldMk cId="0" sldId="264"/>
            <ac:picMk id="4098" creationId="{01C3593E-5DE3-867D-2D1B-749204E8A6B8}"/>
          </ac:picMkLst>
        </pc:picChg>
      </pc:sldChg>
      <pc:sldChg chg="delSp del mod">
        <pc:chgData name="Miguel Pajuelo Gómez" userId="514b7b1f-f952-4ef2-8629-016b4d70c20f" providerId="ADAL" clId="{C06DABD1-0048-4498-A8A5-26755509F49C}" dt="2026-04-21T07:00:44.267" v="107" actId="47"/>
        <pc:sldMkLst>
          <pc:docMk/>
          <pc:sldMk cId="0" sldId="265"/>
        </pc:sldMkLst>
        <pc:grpChg chg="del">
          <ac:chgData name="Miguel Pajuelo Gómez" userId="514b7b1f-f952-4ef2-8629-016b4d70c20f" providerId="ADAL" clId="{C06DABD1-0048-4498-A8A5-26755509F49C}" dt="2026-04-21T07:00:33.305" v="106" actId="478"/>
          <ac:grpSpMkLst>
            <pc:docMk/>
            <pc:sldMk cId="0" sldId="265"/>
            <ac:grpSpMk id="2" creationId="{00000000-0000-0000-0000-000000000000}"/>
          </ac:grpSpMkLst>
        </pc:grpChg>
      </pc:sldChg>
      <pc:sldChg chg="addSp delSp modSp mod">
        <pc:chgData name="Miguel Pajuelo Gómez" userId="514b7b1f-f952-4ef2-8629-016b4d70c20f" providerId="ADAL" clId="{C06DABD1-0048-4498-A8A5-26755509F49C}" dt="2026-04-21T08:33:34.539" v="481" actId="1076"/>
        <pc:sldMkLst>
          <pc:docMk/>
          <pc:sldMk cId="0" sldId="266"/>
        </pc:sldMkLst>
        <pc:spChg chg="add mod">
          <ac:chgData name="Miguel Pajuelo Gómez" userId="514b7b1f-f952-4ef2-8629-016b4d70c20f" providerId="ADAL" clId="{C06DABD1-0048-4498-A8A5-26755509F49C}" dt="2026-04-21T08:33:34.539" v="481" actId="1076"/>
          <ac:spMkLst>
            <pc:docMk/>
            <pc:sldMk cId="0" sldId="266"/>
            <ac:spMk id="3" creationId="{D08339BB-74ED-7B94-F1FF-BB8AE764195F}"/>
          </ac:spMkLst>
        </pc:spChg>
        <pc:spChg chg="add del">
          <ac:chgData name="Miguel Pajuelo Gómez" userId="514b7b1f-f952-4ef2-8629-016b4d70c20f" providerId="ADAL" clId="{C06DABD1-0048-4498-A8A5-26755509F49C}" dt="2026-04-21T07:01:48.347" v="112" actId="22"/>
          <ac:spMkLst>
            <pc:docMk/>
            <pc:sldMk cId="0" sldId="266"/>
            <ac:spMk id="10" creationId="{989D69AB-E735-7A49-55B2-B81B6AF8FA59}"/>
          </ac:spMkLst>
        </pc:spChg>
        <pc:grpChg chg="del">
          <ac:chgData name="Miguel Pajuelo Gómez" userId="514b7b1f-f952-4ef2-8629-016b4d70c20f" providerId="ADAL" clId="{C06DABD1-0048-4498-A8A5-26755509F49C}" dt="2026-04-21T07:00:46.466" v="108" actId="478"/>
          <ac:grpSpMkLst>
            <pc:docMk/>
            <pc:sldMk cId="0" sldId="266"/>
            <ac:grpSpMk id="2" creationId="{00000000-0000-0000-0000-000000000000}"/>
          </ac:grpSpMkLst>
        </pc:grpChg>
        <pc:grpChg chg="del">
          <ac:chgData name="Miguel Pajuelo Gómez" userId="514b7b1f-f952-4ef2-8629-016b4d70c20f" providerId="ADAL" clId="{C06DABD1-0048-4498-A8A5-26755509F49C}" dt="2026-04-21T08:33:09.591" v="471" actId="478"/>
          <ac:grpSpMkLst>
            <pc:docMk/>
            <pc:sldMk cId="0" sldId="266"/>
            <ac:grpSpMk id="4" creationId="{00000000-0000-0000-0000-000000000000}"/>
          </ac:grpSpMkLst>
        </pc:grpChg>
        <pc:picChg chg="add mod">
          <ac:chgData name="Miguel Pajuelo Gómez" userId="514b7b1f-f952-4ef2-8629-016b4d70c20f" providerId="ADAL" clId="{C06DABD1-0048-4498-A8A5-26755509F49C}" dt="2026-04-21T07:00:53.318" v="110"/>
          <ac:picMkLst>
            <pc:docMk/>
            <pc:sldMk cId="0" sldId="266"/>
            <ac:picMk id="9" creationId="{16B4D257-26DA-1C5B-9935-EC9DD51BA67C}"/>
          </ac:picMkLst>
        </pc:picChg>
      </pc:sldChg>
      <pc:sldChg chg="del">
        <pc:chgData name="Miguel Pajuelo Gómez" userId="514b7b1f-f952-4ef2-8629-016b4d70c20f" providerId="ADAL" clId="{C06DABD1-0048-4498-A8A5-26755509F49C}" dt="2026-04-21T07:05:37.220" v="135" actId="47"/>
        <pc:sldMkLst>
          <pc:docMk/>
          <pc:sldMk cId="0" sldId="267"/>
        </pc:sldMkLst>
      </pc:sldChg>
      <pc:sldChg chg="delSp modSp mod">
        <pc:chgData name="Miguel Pajuelo Gómez" userId="514b7b1f-f952-4ef2-8629-016b4d70c20f" providerId="ADAL" clId="{C06DABD1-0048-4498-A8A5-26755509F49C}" dt="2026-04-21T07:06:02.217" v="157" actId="1076"/>
        <pc:sldMkLst>
          <pc:docMk/>
          <pc:sldMk cId="0" sldId="268"/>
        </pc:sldMkLst>
        <pc:spChg chg="mod">
          <ac:chgData name="Miguel Pajuelo Gómez" userId="514b7b1f-f952-4ef2-8629-016b4d70c20f" providerId="ADAL" clId="{C06DABD1-0048-4498-A8A5-26755509F49C}" dt="2026-04-21T07:06:02.217" v="157" actId="1076"/>
          <ac:spMkLst>
            <pc:docMk/>
            <pc:sldMk cId="0" sldId="268"/>
            <ac:spMk id="2" creationId="{00000000-0000-0000-0000-000000000000}"/>
          </ac:spMkLst>
        </pc:spChg>
        <pc:grpChg chg="del">
          <ac:chgData name="Miguel Pajuelo Gómez" userId="514b7b1f-f952-4ef2-8629-016b4d70c20f" providerId="ADAL" clId="{C06DABD1-0048-4498-A8A5-26755509F49C}" dt="2026-04-21T07:05:40.248" v="136" actId="478"/>
          <ac:grpSpMkLst>
            <pc:docMk/>
            <pc:sldMk cId="0" sldId="268"/>
            <ac:grpSpMk id="3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5F3BA-3F07-426C-BD00-0DE8546C2477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0BDBB-6EA5-48BE-8CF4-7C0EC101EDC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5563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0BDBB-6EA5-48BE-8CF4-7C0EC101EDC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6158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0">
            <a:extLst>
              <a:ext uri="{FF2B5EF4-FFF2-40B4-BE49-F238E27FC236}">
                <a16:creationId xmlns:a16="http://schemas.microsoft.com/office/drawing/2014/main" id="{2F19B711-C590-44D1-9AA8-9F143B0E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C0C79CF2-6A1C-4636-84CE-ABB2BE191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4">
            <a:extLst>
              <a:ext uri="{FF2B5EF4-FFF2-40B4-BE49-F238E27FC236}">
                <a16:creationId xmlns:a16="http://schemas.microsoft.com/office/drawing/2014/main" id="{7A5D17DF-AD65-402C-A95C-F13C770C9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5199" y="965202"/>
            <a:ext cx="16357600" cy="8356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F6FE722-8008-96AA-9F0A-F1BB61A02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715" y="2566579"/>
            <a:ext cx="7221980" cy="5073441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9385294" y="3716114"/>
            <a:ext cx="7221983" cy="2845550"/>
            <a:chOff x="-111919" y="-1277932"/>
            <a:chExt cx="9294019" cy="3661958"/>
          </a:xfrm>
        </p:grpSpPr>
        <p:sp>
          <p:nvSpPr>
            <p:cNvPr id="12" name="TextBox 12"/>
            <p:cNvSpPr txBox="1"/>
            <p:nvPr/>
          </p:nvSpPr>
          <p:spPr>
            <a:xfrm>
              <a:off x="-111919" y="-1277932"/>
              <a:ext cx="9182100" cy="2839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941832">
                <a:lnSpc>
                  <a:spcPts val="8343"/>
                </a:lnSpc>
                <a:spcAft>
                  <a:spcPts val="600"/>
                </a:spcAft>
              </a:pPr>
              <a:r>
                <a:rPr lang="en-US" sz="8343" kern="1200" spc="-167" err="1">
                  <a:solidFill>
                    <a:srgbClr val="254E58"/>
                  </a:solidFill>
                  <a:latin typeface="TT Ramillas"/>
                  <a:ea typeface="+mn-ea"/>
                  <a:cs typeface="+mn-cs"/>
                  <a:sym typeface="TT Ramillas"/>
                </a:rPr>
                <a:t>Reloj</a:t>
              </a:r>
              <a:r>
                <a:rPr lang="en-US" sz="8343" kern="1200" spc="-167">
                  <a:solidFill>
                    <a:srgbClr val="254E58"/>
                  </a:solidFill>
                  <a:latin typeface="TT Ramillas"/>
                  <a:ea typeface="+mn-ea"/>
                  <a:cs typeface="+mn-cs"/>
                  <a:sym typeface="TT Ramillas"/>
                </a:rPr>
                <a:t> </a:t>
              </a:r>
              <a:r>
                <a:rPr lang="en-US" sz="8343" kern="1200" spc="-167" err="1">
                  <a:solidFill>
                    <a:srgbClr val="254E58"/>
                  </a:solidFill>
                  <a:latin typeface="TT Ramillas"/>
                  <a:ea typeface="+mn-ea"/>
                  <a:cs typeface="+mn-cs"/>
                  <a:sym typeface="TT Ramillas"/>
                </a:rPr>
                <a:t>Inteligente</a:t>
              </a:r>
              <a:endParaRPr lang="en-US" sz="8100" spc="-162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783739"/>
              <a:ext cx="9182100" cy="600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941832">
                <a:lnSpc>
                  <a:spcPts val="3748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2883" kern="1200" spc="143">
                  <a:solidFill>
                    <a:srgbClr val="175D65"/>
                  </a:solidFill>
                  <a:latin typeface="TT Interphases"/>
                  <a:ea typeface="+mn-ea"/>
                  <a:cs typeface="+mn-cs"/>
                  <a:sym typeface="TT Interphases"/>
                </a:rPr>
                <a:t>MIGUEL PAJUELO, JORGE OIS</a:t>
              </a:r>
              <a:endParaRPr lang="en-US" sz="2799" u="none" spc="139">
                <a:solidFill>
                  <a:srgbClr val="70A0A7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0734675" y="857250"/>
            <a:ext cx="6886575" cy="259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</a:pPr>
            <a:r>
              <a:rPr lang="en-US" sz="9999" u="none" spc="-199" err="1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Motivación</a:t>
            </a:r>
            <a:r>
              <a:rPr lang="en-US" sz="9999" u="none" spc="-199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 y </a:t>
            </a:r>
            <a:r>
              <a:rPr lang="en-US" sz="9999" u="none" spc="-199" err="1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objetivos</a:t>
            </a:r>
            <a:endParaRPr lang="en-US" sz="9999" u="none" spc="-199">
              <a:solidFill>
                <a:srgbClr val="254E58"/>
              </a:solidFill>
              <a:latin typeface="TT Ramillas"/>
              <a:ea typeface="TT Ramillas"/>
              <a:cs typeface="TT Ramillas"/>
              <a:sym typeface="TT Ramillas"/>
            </a:endParaRPr>
          </a:p>
        </p:txBody>
      </p:sp>
      <p:grpSp>
        <p:nvGrpSpPr>
          <p:cNvPr id="10" name="Group 8"/>
          <p:cNvGrpSpPr/>
          <p:nvPr/>
        </p:nvGrpSpPr>
        <p:grpSpPr>
          <a:xfrm>
            <a:off x="0" y="0"/>
            <a:ext cx="9296400" cy="10287000"/>
            <a:chOff x="0" y="0"/>
            <a:chExt cx="1440256" cy="1593725"/>
          </a:xfrm>
        </p:grpSpPr>
        <p:sp>
          <p:nvSpPr>
            <p:cNvPr id="11" name="Freeform 9"/>
            <p:cNvSpPr/>
            <p:nvPr/>
          </p:nvSpPr>
          <p:spPr>
            <a:xfrm>
              <a:off x="0" y="0"/>
              <a:ext cx="1440256" cy="1593725"/>
            </a:xfrm>
            <a:custGeom>
              <a:avLst/>
              <a:gdLst/>
              <a:ahLst/>
              <a:cxnLst/>
              <a:rect l="l" t="t" r="r" b="b"/>
              <a:pathLst>
                <a:path w="1440256" h="1593725">
                  <a:moveTo>
                    <a:pt x="0" y="0"/>
                  </a:moveTo>
                  <a:lnTo>
                    <a:pt x="1440256" y="0"/>
                  </a:lnTo>
                  <a:lnTo>
                    <a:pt x="144025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417" r="-4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7" name="Rectangle 8">
            <a:extLst>
              <a:ext uri="{FF2B5EF4-FFF2-40B4-BE49-F238E27FC236}">
                <a16:creationId xmlns:a16="http://schemas.microsoft.com/office/drawing/2014/main" id="{5AA0E3D5-2349-8E6D-BB83-0FE53BBA95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040112" y="4339612"/>
            <a:ext cx="7781544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Medir movimiento corporal para detectar actividad de marcha y contar pasos.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Registrar temperatura, humedad y nivel de luz del entorno.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Procesar los datos en tiempo real sobre una Raspberry Pi.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Enviar la información a un ordenador mediante UDP con baja latencia.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57250"/>
            <a:ext cx="8324850" cy="259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Arquitectura del sistema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9D20F005-D064-E3C0-6CA2-DE0F12A3C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24313"/>
            <a:ext cx="9601200" cy="4665590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368E5F66-3961-5562-B63E-6F8FDE8D140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524744" y="1733420"/>
            <a:ext cx="7552944" cy="8063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Captura de datos</a:t>
            </a:r>
            <a:b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</a:b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La Raspberry Pi adquiere datos del acelerómetro/giroscopio MPU6050 por I2C y de sensores analógicos externos a través del MCP3008.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Procesamiento local</a:t>
            </a:r>
            <a:b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</a:b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Se filtran las señales, se estima la gravedad, se obtiene la componente vertical del movimiento y se ejecuta el algoritmo de detección de pasos.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Comunicación</a:t>
            </a:r>
            <a:b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</a:b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Los resultados se empaquetan en formato JSON y se envían por UDP al ordenador.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Visualizador técnico</a:t>
            </a: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: gráfica en tiempo real con variables del detector.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Interfaz smartwatch</a:t>
            </a: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: carátula estilo reloj digital con datos resumidos.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57250"/>
            <a:ext cx="9239250" cy="3911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Hardware components overview</a:t>
            </a:r>
          </a:p>
        </p:txBody>
      </p:sp>
      <p:pic>
        <p:nvPicPr>
          <p:cNvPr id="2050" name="Picture 2" descr="Raspberry Pi - Wikipedia, la enciclopedia libre">
            <a:extLst>
              <a:ext uri="{FF2B5EF4-FFF2-40B4-BE49-F238E27FC236}">
                <a16:creationId xmlns:a16="http://schemas.microsoft.com/office/drawing/2014/main" id="{C2CCCBB3-20CB-E32A-8E12-789024558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73" y="5829300"/>
            <a:ext cx="4173344" cy="245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PU-6050 6-Axis Gyro Accelerometer ...">
            <a:extLst>
              <a:ext uri="{FF2B5EF4-FFF2-40B4-BE49-F238E27FC236}">
                <a16:creationId xmlns:a16="http://schemas.microsoft.com/office/drawing/2014/main" id="{A965B66F-00BC-3411-8380-8F2BC0D7A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048" y="475773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DK, Termistor NTC, 470 ohm ...">
            <a:extLst>
              <a:ext uri="{FF2B5EF4-FFF2-40B4-BE49-F238E27FC236}">
                <a16:creationId xmlns:a16="http://schemas.microsoft.com/office/drawing/2014/main" id="{76D76DC8-9808-2F0E-1699-D67223C01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786" y="7277100"/>
            <a:ext cx="1771650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IH-5030-001 Honeywell | Mouser España">
            <a:extLst>
              <a:ext uri="{FF2B5EF4-FFF2-40B4-BE49-F238E27FC236}">
                <a16:creationId xmlns:a16="http://schemas.microsoft.com/office/drawing/2014/main" id="{226A5666-71EF-1161-10FF-3DC4B45A4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056" y="4314111"/>
            <a:ext cx="16668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elula Fotoconductora LDR PGM1201 12mm ...">
            <a:extLst>
              <a:ext uri="{FF2B5EF4-FFF2-40B4-BE49-F238E27FC236}">
                <a16:creationId xmlns:a16="http://schemas.microsoft.com/office/drawing/2014/main" id="{A08C52FE-118E-3DBE-000B-5604B664D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822" y="7596187"/>
            <a:ext cx="235267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5A86186E-9BF3-71D5-401D-80FC0E51A2E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502814" y="1802416"/>
            <a:ext cx="7921669" cy="652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Raspberry Pi</a:t>
            </a:r>
            <a:b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</a:b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Unidad central de adquisición, procesamiento y comunicación.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MPU6050</a:t>
            </a:r>
            <a:b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</a:b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Sensor inercial de 6 ejes que proporciona: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aceleración en los ejes X, Y, Z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velocidad angular en los ejes X, Y, Z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temperatura interna del chip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Sensores externos conectados al MCP3008</a:t>
            </a: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Sensor de humedad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Sensor de temperatura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T Ramillas" panose="020B0604020202020204" charset="0"/>
              </a:rPr>
              <a:t>Sensor de luz (LDR)</a:t>
            </a:r>
            <a:endParaRPr lang="es-ES" altLang="es-ES" sz="2500"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500" b="1" err="1">
                <a:latin typeface="TT Ramillas" panose="020B0604020202020204" charset="0"/>
              </a:rPr>
              <a:t>Bateria</a:t>
            </a:r>
            <a:r>
              <a:rPr lang="es-ES" altLang="es-ES" sz="2500" b="1">
                <a:latin typeface="TT Ramillas" panose="020B0604020202020204" charset="0"/>
              </a:rPr>
              <a:t> portatil</a:t>
            </a:r>
            <a:endParaRPr kumimoji="0" lang="es-ES" altLang="es-ES" sz="25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T Ramilla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8953500"/>
            <a:chOff x="0" y="0"/>
            <a:chExt cx="1289737" cy="1387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9737" cy="1387131"/>
            </a:xfrm>
            <a:custGeom>
              <a:avLst/>
              <a:gdLst/>
              <a:ahLst/>
              <a:cxnLst/>
              <a:rect l="l" t="t" r="r" b="b"/>
              <a:pathLst>
                <a:path w="1289737" h="1387131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-280" r="-280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323194" y="4264469"/>
            <a:ext cx="6282309" cy="3522281"/>
            <a:chOff x="0" y="12700"/>
            <a:chExt cx="7829296" cy="3522281"/>
          </a:xfrm>
        </p:grpSpPr>
        <p:sp>
          <p:nvSpPr>
            <p:cNvPr id="5" name="AutoShape 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w="25400" cap="flat">
              <a:solidFill>
                <a:srgbClr val="254E5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58496" y="81728"/>
              <a:ext cx="7670800" cy="3453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40"/>
                </a:lnSpc>
              </a:pPr>
              <a:r>
                <a:rPr lang="es-ES" sz="2400"/>
                <a:t>La adquisición se realiza en la Raspberry Pi a una frecuencia de muestreo de </a:t>
              </a:r>
              <a:r>
                <a:rPr lang="es-ES" sz="2400" b="1"/>
                <a:t>50 Hz</a:t>
              </a:r>
              <a:r>
                <a:rPr lang="es-ES" sz="2400"/>
                <a:t>. </a:t>
              </a:r>
            </a:p>
            <a:p>
              <a:pPr lvl="0">
                <a:lnSpc>
                  <a:spcPts val="2940"/>
                </a:lnSpc>
              </a:pPr>
              <a:endParaRPr lang="es-ES" sz="2400"/>
            </a:p>
            <a:p>
              <a:pPr lvl="0">
                <a:lnSpc>
                  <a:spcPts val="2940"/>
                </a:lnSpc>
              </a:pPr>
              <a:r>
                <a:rPr lang="es-ES" sz="2400"/>
                <a:t>El sensor MPU6050 se lee a través del bus </a:t>
              </a:r>
              <a:r>
                <a:rPr lang="es-ES" sz="2400" b="1"/>
                <a:t>I2C</a:t>
              </a:r>
              <a:r>
                <a:rPr lang="es-ES" sz="2400"/>
                <a:t>, obteniendo en cada muestra un bloque coherente de aceleración, giroscopio y temperatura interna. </a:t>
              </a:r>
              <a:endParaRPr lang="en-US" sz="2100" u="none">
                <a:solidFill>
                  <a:srgbClr val="254E58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734675" y="857250"/>
            <a:ext cx="6886575" cy="259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</a:pPr>
            <a:r>
              <a:rPr lang="en-US" sz="9999" u="none" spc="-199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Adquisición de datos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406128" y="3504015"/>
            <a:ext cx="7885176" cy="590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940"/>
              </a:lnSpc>
            </a:pPr>
            <a:r>
              <a:rPr lang="es-ES" sz="2400"/>
              <a:t>Primero se estima la dirección de la gravedad mediante filtros paso bajo en los tres ejes. </a:t>
            </a:r>
          </a:p>
          <a:p>
            <a:pPr lvl="0">
              <a:lnSpc>
                <a:spcPts val="2940"/>
              </a:lnSpc>
            </a:pPr>
            <a:endParaRPr lang="es-ES" sz="2400"/>
          </a:p>
          <a:p>
            <a:pPr lvl="0">
              <a:lnSpc>
                <a:spcPts val="2940"/>
              </a:lnSpc>
            </a:pPr>
            <a:r>
              <a:rPr lang="es-ES" sz="2400"/>
              <a:t>A continuación, se resta esta componente para obtener la aceleración lineal y se proyecta sobre la dirección vertical del cuerpo.</a:t>
            </a:r>
          </a:p>
          <a:p>
            <a:pPr lvl="0">
              <a:lnSpc>
                <a:spcPts val="2940"/>
              </a:lnSpc>
            </a:pPr>
            <a:endParaRPr lang="es-ES" sz="2400" u="none">
              <a:solidFill>
                <a:srgbClr val="254E58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lvl="0">
              <a:lnSpc>
                <a:spcPts val="2940"/>
              </a:lnSpc>
            </a:pPr>
            <a:endParaRPr lang="es-ES" sz="2400">
              <a:solidFill>
                <a:srgbClr val="254E58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r>
              <a:rPr lang="es-ES" sz="2400"/>
              <a:t>Sobre esa señal vertical se aplica:</a:t>
            </a:r>
          </a:p>
          <a:p>
            <a:endParaRPr lang="es-E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un </a:t>
            </a:r>
            <a:r>
              <a:rPr lang="es-ES" sz="2400" b="1"/>
              <a:t>filtro paso</a:t>
            </a:r>
            <a:r>
              <a:rPr lang="es-ES" sz="2400"/>
              <a:t>, para conservar la banda típica de la marcha humana;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/>
              <a:t>un </a:t>
            </a:r>
            <a:r>
              <a:rPr lang="es-ES" sz="2400" b="1"/>
              <a:t>suavizado adicional</a:t>
            </a:r>
            <a:r>
              <a:rPr lang="es-ES" sz="2400"/>
              <a:t>, para reducir ruido</a:t>
            </a:r>
          </a:p>
          <a:p>
            <a:pPr lvl="0">
              <a:lnSpc>
                <a:spcPts val="2940"/>
              </a:lnSpc>
            </a:pPr>
            <a:endParaRPr lang="es-ES" sz="2400" u="none">
              <a:solidFill>
                <a:srgbClr val="254E58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lvl="0">
              <a:lnSpc>
                <a:spcPts val="2940"/>
              </a:lnSpc>
            </a:pPr>
            <a:endParaRPr lang="en-US" sz="2100" u="none">
              <a:solidFill>
                <a:srgbClr val="254E58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116312" y="518180"/>
            <a:ext cx="6886575" cy="216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5"/>
              </a:lnSpc>
            </a:pPr>
            <a:r>
              <a:rPr lang="en-US" sz="8325" u="none" spc="-166" err="1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Procesamiento</a:t>
            </a:r>
            <a:r>
              <a:rPr lang="en-US" sz="8325" u="none" spc="-166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 de </a:t>
            </a:r>
            <a:r>
              <a:rPr lang="en-US" sz="8325" u="none" spc="-166" err="1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señal</a:t>
            </a:r>
            <a:endParaRPr lang="en-US" sz="8325" u="none" spc="-166">
              <a:solidFill>
                <a:srgbClr val="254E58"/>
              </a:solidFill>
              <a:latin typeface="TT Ramillas"/>
              <a:ea typeface="TT Ramillas"/>
              <a:cs typeface="TT Ramillas"/>
              <a:sym typeface="TT Ramilla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6AF6E62-C2A7-73B2-31CF-E47760C24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518180"/>
            <a:ext cx="7692581" cy="404911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71C3458-D022-B858-6225-352B5BFA8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67300"/>
            <a:ext cx="7692580" cy="46253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57250"/>
            <a:ext cx="8324850" cy="386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Algoritmo de detección de pasos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66750" y="8724900"/>
            <a:ext cx="895350" cy="895350"/>
            <a:chOff x="0" y="0"/>
            <a:chExt cx="1193800" cy="11938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0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02457" y="301921"/>
              <a:ext cx="588886" cy="589958"/>
            </a:xfrm>
            <a:custGeom>
              <a:avLst/>
              <a:gdLst/>
              <a:ahLst/>
              <a:cxnLst/>
              <a:rect l="l" t="t" r="r" b="b"/>
              <a:pathLst>
                <a:path w="588886" h="589958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50FEC314-0AA5-B7C5-324C-DA505D860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948376"/>
            <a:ext cx="8991600" cy="4747777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C0249679-4CB0-8F67-C0C5-509BEA736417}"/>
              </a:ext>
            </a:extLst>
          </p:cNvPr>
          <p:cNvSpPr txBox="1"/>
          <p:nvPr/>
        </p:nvSpPr>
        <p:spPr>
          <a:xfrm>
            <a:off x="10147554" y="954956"/>
            <a:ext cx="7607046" cy="817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500" b="1">
                <a:latin typeface="TT Ramillas" panose="020B0604020202020204" charset="0"/>
              </a:rPr>
              <a:t>Criterios principales:</a:t>
            </a:r>
          </a:p>
          <a:p>
            <a:pPr>
              <a:buNone/>
            </a:pPr>
            <a:endParaRPr lang="es-ES" sz="2500" b="1">
              <a:latin typeface="TT Ramilla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Periodicidad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500">
              <a:latin typeface="TT Ramilla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Cadencia</a:t>
            </a:r>
            <a:r>
              <a:rPr lang="es-ES" sz="2500" b="1">
                <a:latin typeface="TT Ramillas" panose="020B0604020202020204" charset="0"/>
              </a:rPr>
              <a:t>:</a:t>
            </a:r>
            <a:r>
              <a:rPr lang="es-ES" sz="2500">
                <a:latin typeface="TT Ramillas" panose="020B0604020202020204" charset="0"/>
              </a:rPr>
              <a:t> se comprueba que la frecuencia de paso esté en un rango humano razonable.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Regularidad</a:t>
            </a:r>
            <a:r>
              <a:rPr lang="es-ES" sz="2500" b="1">
                <a:latin typeface="TT Ramillas" panose="020B0604020202020204" charset="0"/>
              </a:rPr>
              <a:t>:</a:t>
            </a:r>
            <a:r>
              <a:rPr lang="es-ES" sz="2500">
                <a:latin typeface="TT Ramillas" panose="020B0604020202020204" charset="0"/>
              </a:rPr>
              <a:t> se estudia la estabilidad temporal entre picos consecutivos.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500">
              <a:latin typeface="TT Ramilla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Ruido y brusquedad</a:t>
            </a:r>
            <a:r>
              <a:rPr lang="es-ES" sz="2500" b="1">
                <a:latin typeface="TT Ramillas" panose="020B0604020202020204" charset="0"/>
              </a:rPr>
              <a:t>:</a:t>
            </a:r>
            <a:r>
              <a:rPr lang="es-ES" sz="2500">
                <a:latin typeface="TT Ramillas" panose="020B0604020202020204" charset="0"/>
              </a:rPr>
              <a:t> se limita la energía fuera de banda y la variación excesiva de la señal.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500">
              <a:latin typeface="TT Ramillas" panose="020B0604020202020204" charset="0"/>
            </a:endParaRPr>
          </a:p>
          <a:p>
            <a:pPr>
              <a:buNone/>
            </a:pPr>
            <a:endParaRPr lang="es-ES" sz="2500">
              <a:latin typeface="TT Ramillas" panose="020B0604020202020204" charset="0"/>
            </a:endParaRPr>
          </a:p>
          <a:p>
            <a:r>
              <a:rPr lang="es-ES" sz="2500" b="1">
                <a:latin typeface="TT Ramillas" panose="020B0604020202020204" charset="0"/>
              </a:rPr>
              <a:t>Validación de los pasos:</a:t>
            </a:r>
          </a:p>
          <a:p>
            <a:endParaRPr lang="es-ES" sz="2500" b="1">
              <a:latin typeface="TT Ramilla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detección de máximos locales, </a:t>
            </a:r>
          </a:p>
          <a:p>
            <a:r>
              <a:rPr lang="es-ES" sz="2500">
                <a:latin typeface="TT Ramillas" panose="020B060402020202020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separación mínima entre pasos,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500">
              <a:latin typeface="TT Ramilla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500" err="1">
                <a:latin typeface="TT Ramillas" panose="020B0604020202020204" charset="0"/>
              </a:rPr>
              <a:t>cooldown</a:t>
            </a:r>
            <a:r>
              <a:rPr lang="es-ES" sz="2500">
                <a:latin typeface="TT Ramillas" panose="020B0604020202020204" charset="0"/>
              </a:rPr>
              <a:t> tras pico para evitar dobles conteos.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972800" y="4500774"/>
            <a:ext cx="5753100" cy="4044851"/>
            <a:chOff x="0" y="12700"/>
            <a:chExt cx="7670800" cy="5393132"/>
          </a:xfrm>
        </p:grpSpPr>
        <p:sp>
          <p:nvSpPr>
            <p:cNvPr id="5" name="AutoShape 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w="25400" cap="flat">
              <a:solidFill>
                <a:srgbClr val="254E5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76225"/>
              <a:ext cx="7670800" cy="51296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s-ES" sz="2500" b="1">
                  <a:latin typeface="TT Ramillas" panose="020B0604020202020204" charset="0"/>
                </a:rPr>
                <a:t>Los datos procesados se empaquetan en un mensaje JSON que contiene:</a:t>
              </a:r>
            </a:p>
            <a:p>
              <a:endParaRPr lang="es-ES" sz="2500">
                <a:latin typeface="TT Ramillas" panose="020B0604020202020204" charset="0"/>
              </a:endParaRPr>
            </a:p>
            <a:p>
              <a:r>
                <a:rPr lang="es-ES" sz="2500">
                  <a:latin typeface="TT Ramillas" panose="020B0604020202020204" charset="0"/>
                </a:rPr>
                <a:t>medidas inerciales, </a:t>
              </a:r>
            </a:p>
            <a:p>
              <a:r>
                <a:rPr lang="es-ES" sz="2500">
                  <a:latin typeface="TT Ramillas" panose="020B0604020202020204" charset="0"/>
                </a:rPr>
                <a:t>variables ambientales, </a:t>
              </a:r>
            </a:p>
            <a:p>
              <a:r>
                <a:rPr lang="es-ES" sz="2500">
                  <a:latin typeface="TT Ramillas" panose="020B0604020202020204" charset="0"/>
                </a:rPr>
                <a:t>número de pasos, </a:t>
              </a:r>
            </a:p>
            <a:p>
              <a:r>
                <a:rPr lang="es-ES" sz="2500">
                  <a:latin typeface="TT Ramillas" panose="020B0604020202020204" charset="0"/>
                </a:rPr>
                <a:t>estado WALK/IDLE, </a:t>
              </a:r>
            </a:p>
            <a:p>
              <a:r>
                <a:rPr lang="es-ES" sz="2500">
                  <a:latin typeface="TT Ramillas" panose="020B0604020202020204" charset="0"/>
                </a:rPr>
                <a:t>métricas internas del algoritmo como umbral dinámico, cadencia y autocorrelación.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734675" y="819150"/>
            <a:ext cx="6886575" cy="223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50"/>
              </a:lnSpc>
            </a:pPr>
            <a:r>
              <a:rPr lang="en-US" sz="8550" u="none" spc="-171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Comunicación y protocolo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6BC596-1A6F-7D3B-2A53-24A53A8E4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459189"/>
            <a:ext cx="10210800" cy="4821767"/>
          </a:xfrm>
          <a:prstGeom prst="rect">
            <a:avLst/>
          </a:prstGeom>
        </p:spPr>
      </p:pic>
      <p:pic>
        <p:nvPicPr>
          <p:cNvPr id="4098" name="Picture 2" descr="Socket Programming in Python: Client, Server, and Peer Examples | HackerNoon">
            <a:extLst>
              <a:ext uri="{FF2B5EF4-FFF2-40B4-BE49-F238E27FC236}">
                <a16:creationId xmlns:a16="http://schemas.microsoft.com/office/drawing/2014/main" id="{01C3593E-5DE3-867D-2D1B-749204E8A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820796"/>
            <a:ext cx="8305800" cy="3919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0734675" y="857250"/>
            <a:ext cx="6886575" cy="259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</a:pPr>
            <a:r>
              <a:rPr lang="en-US" sz="9999" u="none" spc="-199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Interfaz Smartwatch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6B4D257-26DA-1C5B-9935-EC9DD51BA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55824"/>
            <a:ext cx="8764223" cy="616353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08339BB-74ED-7B94-F1FF-BB8AE764195F}"/>
              </a:ext>
            </a:extLst>
          </p:cNvPr>
          <p:cNvSpPr txBox="1"/>
          <p:nvPr/>
        </p:nvSpPr>
        <p:spPr>
          <a:xfrm>
            <a:off x="10734675" y="4750006"/>
            <a:ext cx="629173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500" b="1">
                <a:latin typeface="TT Ramillas" panose="020B0604020202020204" charset="0"/>
              </a:rPr>
              <a:t>La pantalla muestra en tiempo real:</a:t>
            </a:r>
          </a:p>
          <a:p>
            <a:pPr>
              <a:buNone/>
            </a:pPr>
            <a:endParaRPr lang="es-ES" sz="2500" b="1">
              <a:latin typeface="TT Ramillas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hora y fecha,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número de pasos,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temperatura,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humedad,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estado de actividad (</a:t>
            </a:r>
            <a:r>
              <a:rPr lang="es-ES" sz="2500" b="1">
                <a:latin typeface="TT Ramillas" panose="020B0604020202020204" charset="0"/>
              </a:rPr>
              <a:t>WALK / IDLE</a:t>
            </a:r>
            <a:r>
              <a:rPr lang="es-ES" sz="2500">
                <a:latin typeface="TT Ramillas" panose="020B0604020202020204" charset="0"/>
              </a:rPr>
              <a:t>),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500">
                <a:latin typeface="TT Ramillas" panose="020B0604020202020204" charset="0"/>
              </a:rPr>
              <a:t>estado de conexión (</a:t>
            </a:r>
            <a:r>
              <a:rPr lang="es-ES" sz="2500" b="1">
                <a:latin typeface="TT Ramillas" panose="020B0604020202020204" charset="0"/>
              </a:rPr>
              <a:t>LIVE / SIN DATOS</a:t>
            </a:r>
            <a:r>
              <a:rPr lang="es-ES" sz="2500">
                <a:latin typeface="TT Ramillas" panose="020B0604020202020204" charset="0"/>
              </a:rPr>
              <a:t>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4372A0-9620-E7BA-6218-13EC0D2B4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2126446"/>
            <a:ext cx="8881265" cy="6369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4305300"/>
            <a:ext cx="14497050" cy="1346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  <a:spcBef>
                <a:spcPct val="0"/>
              </a:spcBef>
            </a:pPr>
            <a:r>
              <a:rPr lang="en-US" sz="9999" spc="-199" err="1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Muchas</a:t>
            </a:r>
            <a:r>
              <a:rPr lang="en-US" sz="9999" spc="-199">
                <a:solidFill>
                  <a:srgbClr val="254E58"/>
                </a:solidFill>
                <a:latin typeface="TT Ramillas"/>
                <a:ea typeface="TT Ramillas"/>
                <a:cs typeface="TT Ramillas"/>
                <a:sym typeface="TT Ramillas"/>
              </a:rPr>
              <a:t> gracias!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cd2701c-aa9b-4d12-ba20-f3e3b83070c1}" enabled="0" method="" siteId="{bcd2701c-aa9b-4d12-ba20-f3e3b83070c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Monitorización</dc:title>
  <dc:description>Presentación - Monitorización</dc:description>
  <cp:revision>1</cp:revision>
  <dcterms:created xsi:type="dcterms:W3CDTF">2006-08-16T00:00:00Z</dcterms:created>
  <dcterms:modified xsi:type="dcterms:W3CDTF">2026-04-21T09:10:06Z</dcterms:modified>
  <dc:identifier>DAHHbLEAB-E</dc:identifier>
</cp:coreProperties>
</file>